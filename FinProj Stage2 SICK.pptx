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3156C-1A0B-40A4-B506-136BA873DFD3}" v="4" dt="2026-03-10T17:13:22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60" d="100"/>
          <a:sy n="160" d="100"/>
        </p:scale>
        <p:origin x="180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2.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673113" y="4461391"/>
            <a:ext cx="77899" cy="1295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594182" y="4273526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>
            <a:cxnSpLocks/>
          </p:cNvCxnSpPr>
          <p:nvPr/>
        </p:nvCxnSpPr>
        <p:spPr>
          <a:xfrm flipV="1">
            <a:off x="5804838" y="3309402"/>
            <a:ext cx="0" cy="5327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3209831" y="3381866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547B99-6FC8-A74C-FEEB-9E4CADACFA53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5CCBD1-0844-480F-8141-9A9CAA44FF50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8947B1-691B-936E-60AD-9FDFE4A4EA75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D73938-CD18-95EE-AF99-64BFF08C2E0D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2908768-78CB-6AA2-9F8F-560147BBA50C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FC76F5-1B0B-DFD2-2DFE-467D7246D31F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F3C053-4536-CA7C-4EE4-41899884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4ACF4A3-01ED-D5D2-AE79-3A96A5B0A6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BA57EF-BE1E-D9E4-5BCF-2A7FF9099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E72814-B29A-A6B9-3873-6A3C7C551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1DD0ED-9DFA-FDD8-737C-FB8DE70DA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A822E0-4EAA-5FC7-F211-354CF1DD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28BE6-A028-2505-F585-6481D0268AE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9B177D-A620-CBB7-1F57-B85744BC1768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751035-C943-F4AC-E721-2329E2124269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5A3E227-0BF3-A73B-3BC7-43B3ED0C951A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ADD6A5-EF1D-D5D2-C1C0-C06AAF0FB60A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1142331-E346-04E4-CE7D-40DA0254B7E8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1FC06E-49A1-E737-FC39-BA3F124F2533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490C6-9F7A-C0A3-5E86-3D4C3F2DB87B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258B8B8-0DCC-7046-F080-D64CBE4BD6A0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F1EA85E-B4DD-CD65-B4DF-4B4DB8B39F46}"/>
              </a:ext>
            </a:extLst>
          </p:cNvPr>
          <p:cNvCxnSpPr>
            <a:cxnSpLocks/>
          </p:cNvCxnSpPr>
          <p:nvPr/>
        </p:nvCxnSpPr>
        <p:spPr>
          <a:xfrm flipV="1">
            <a:off x="10822834" y="3193477"/>
            <a:ext cx="0" cy="960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9860AC4-97D8-03B3-AF86-AB6DE017878E}"/>
              </a:ext>
            </a:extLst>
          </p:cNvPr>
          <p:cNvCxnSpPr>
            <a:cxnSpLocks/>
          </p:cNvCxnSpPr>
          <p:nvPr/>
        </p:nvCxnSpPr>
        <p:spPr>
          <a:xfrm flipH="1">
            <a:off x="10758657" y="3429000"/>
            <a:ext cx="130253" cy="691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F5D046F-4CDC-941C-775F-ABA64AB9D3A8}"/>
              </a:ext>
            </a:extLst>
          </p:cNvPr>
          <p:cNvCxnSpPr>
            <a:cxnSpLocks/>
          </p:cNvCxnSpPr>
          <p:nvPr/>
        </p:nvCxnSpPr>
        <p:spPr>
          <a:xfrm flipV="1">
            <a:off x="9432653" y="4931909"/>
            <a:ext cx="0" cy="575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2BCAF6F-B9A4-9C21-9FF9-B23BDE25056A}"/>
              </a:ext>
            </a:extLst>
          </p:cNvPr>
          <p:cNvCxnSpPr>
            <a:cxnSpLocks/>
          </p:cNvCxnSpPr>
          <p:nvPr/>
        </p:nvCxnSpPr>
        <p:spPr>
          <a:xfrm flipH="1">
            <a:off x="9388685" y="5117831"/>
            <a:ext cx="85431" cy="62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DB38F9-E090-4FB9-FA0F-47CDA73DF572}"/>
              </a:ext>
            </a:extLst>
          </p:cNvPr>
          <p:cNvCxnSpPr>
            <a:cxnSpLocks/>
          </p:cNvCxnSpPr>
          <p:nvPr/>
        </p:nvCxnSpPr>
        <p:spPr>
          <a:xfrm>
            <a:off x="9254353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8A4DC8-3C80-881E-FB81-42CE7A660FBF}"/>
              </a:ext>
            </a:extLst>
          </p:cNvPr>
          <p:cNvSpPr txBox="1"/>
          <p:nvPr/>
        </p:nvSpPr>
        <p:spPr>
          <a:xfrm>
            <a:off x="9014468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31582E-8364-8CF1-92BA-63B0BC31CB78}"/>
              </a:ext>
            </a:extLst>
          </p:cNvPr>
          <p:cNvSpPr txBox="1"/>
          <p:nvPr/>
        </p:nvSpPr>
        <p:spPr>
          <a:xfrm>
            <a:off x="9378410" y="3198168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04F544-7548-D877-9F4A-794E86AF3151}"/>
              </a:ext>
            </a:extLst>
          </p:cNvPr>
          <p:cNvCxnSpPr>
            <a:cxnSpLocks/>
          </p:cNvCxnSpPr>
          <p:nvPr/>
        </p:nvCxnSpPr>
        <p:spPr>
          <a:xfrm>
            <a:off x="9431921" y="3928834"/>
            <a:ext cx="0" cy="325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C388D4E-B582-ECD3-F069-D98CD3BAA839}"/>
              </a:ext>
            </a:extLst>
          </p:cNvPr>
          <p:cNvSpPr txBox="1"/>
          <p:nvPr/>
        </p:nvSpPr>
        <p:spPr>
          <a:xfrm>
            <a:off x="9063374" y="37333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CCD093-1D8B-D339-2269-5293EF85E0E3}"/>
              </a:ext>
            </a:extLst>
          </p:cNvPr>
          <p:cNvSpPr/>
          <p:nvPr/>
        </p:nvSpPr>
        <p:spPr>
          <a:xfrm>
            <a:off x="9027891" y="3504913"/>
            <a:ext cx="736311" cy="41858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EEA11B-25C2-49C4-CEFB-DC750F39B294}"/>
              </a:ext>
            </a:extLst>
          </p:cNvPr>
          <p:cNvCxnSpPr>
            <a:cxnSpLocks/>
          </p:cNvCxnSpPr>
          <p:nvPr/>
        </p:nvCxnSpPr>
        <p:spPr>
          <a:xfrm>
            <a:off x="9601800" y="3367023"/>
            <a:ext cx="0" cy="137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CD91CF8-916B-D654-9E0C-D97E1D897DD5}"/>
              </a:ext>
            </a:extLst>
          </p:cNvPr>
          <p:cNvCxnSpPr>
            <a:cxnSpLocks/>
          </p:cNvCxnSpPr>
          <p:nvPr/>
        </p:nvCxnSpPr>
        <p:spPr>
          <a:xfrm flipV="1">
            <a:off x="8719883" y="2434882"/>
            <a:ext cx="0" cy="351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E7FC533-C416-6EFB-8F89-18F3C1E9E933}"/>
              </a:ext>
            </a:extLst>
          </p:cNvPr>
          <p:cNvCxnSpPr>
            <a:cxnSpLocks/>
          </p:cNvCxnSpPr>
          <p:nvPr/>
        </p:nvCxnSpPr>
        <p:spPr>
          <a:xfrm>
            <a:off x="3200400" y="3373241"/>
            <a:ext cx="0" cy="2549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E32F4DA9-CDC2-89B2-C566-78155F1B7775}"/>
              </a:ext>
            </a:extLst>
          </p:cNvPr>
          <p:cNvSpPr txBox="1"/>
          <p:nvPr/>
        </p:nvSpPr>
        <p:spPr>
          <a:xfrm>
            <a:off x="3072930" y="3570138"/>
            <a:ext cx="11496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mem_wb_reg_write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626D432-D275-430A-8CB9-56E2D8652EB5}"/>
              </a:ext>
            </a:extLst>
          </p:cNvPr>
          <p:cNvSpPr txBox="1"/>
          <p:nvPr/>
        </p:nvSpPr>
        <p:spPr>
          <a:xfrm>
            <a:off x="5692679" y="3801368"/>
            <a:ext cx="8611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id_ex_alu_src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35CF826-9638-FDFE-32B4-990DE0DDB3F7}"/>
              </a:ext>
            </a:extLst>
          </p:cNvPr>
          <p:cNvSpPr txBox="1"/>
          <p:nvPr/>
        </p:nvSpPr>
        <p:spPr>
          <a:xfrm>
            <a:off x="6166305" y="3387742"/>
            <a:ext cx="8306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id_ex_alu_op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80E96B6-4082-54ED-8A12-2A2D8ED66F3F}"/>
              </a:ext>
            </a:extLst>
          </p:cNvPr>
          <p:cNvSpPr txBox="1"/>
          <p:nvPr/>
        </p:nvSpPr>
        <p:spPr>
          <a:xfrm>
            <a:off x="7526303" y="2585983"/>
            <a:ext cx="1085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ex_mem_mem_read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569D8E0-B04D-6193-3F53-B9F417ADBA0C}"/>
              </a:ext>
            </a:extLst>
          </p:cNvPr>
          <p:cNvSpPr txBox="1"/>
          <p:nvPr/>
        </p:nvSpPr>
        <p:spPr>
          <a:xfrm>
            <a:off x="8395108" y="2744225"/>
            <a:ext cx="11047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ex_mem_mem_write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A1E676F-F9C8-0D80-0A20-BE3817118081}"/>
              </a:ext>
            </a:extLst>
          </p:cNvPr>
          <p:cNvSpPr txBox="1"/>
          <p:nvPr/>
        </p:nvSpPr>
        <p:spPr>
          <a:xfrm>
            <a:off x="8646726" y="3935465"/>
            <a:ext cx="8370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not_equal_flag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BF5705F-44C0-8CBF-AD47-D3F4CDEDDAB4}"/>
              </a:ext>
            </a:extLst>
          </p:cNvPr>
          <p:cNvSpPr txBox="1"/>
          <p:nvPr/>
        </p:nvSpPr>
        <p:spPr>
          <a:xfrm>
            <a:off x="9179605" y="5029996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5AB021B-69D6-F75E-5C3A-19D4613B0610}"/>
              </a:ext>
            </a:extLst>
          </p:cNvPr>
          <p:cNvCxnSpPr>
            <a:cxnSpLocks/>
          </p:cNvCxnSpPr>
          <p:nvPr/>
        </p:nvCxnSpPr>
        <p:spPr>
          <a:xfrm flipH="1">
            <a:off x="9243329" y="5339755"/>
            <a:ext cx="1775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34357A9-24B8-40F1-2DB5-847DFFFADEE0}"/>
              </a:ext>
            </a:extLst>
          </p:cNvPr>
          <p:cNvCxnSpPr>
            <a:cxnSpLocks/>
          </p:cNvCxnSpPr>
          <p:nvPr/>
        </p:nvCxnSpPr>
        <p:spPr>
          <a:xfrm flipH="1">
            <a:off x="9248862" y="5502787"/>
            <a:ext cx="1971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1E42D59-0487-12D8-2B9E-F9ECA470F5D1}"/>
              </a:ext>
            </a:extLst>
          </p:cNvPr>
          <p:cNvSpPr txBox="1"/>
          <p:nvPr/>
        </p:nvSpPr>
        <p:spPr>
          <a:xfrm>
            <a:off x="8386303" y="5228090"/>
            <a:ext cx="9204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ex_mem_branch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2B68C8-7AA5-FFD6-492F-FBF9E16922D7}"/>
              </a:ext>
            </a:extLst>
          </p:cNvPr>
          <p:cNvSpPr txBox="1"/>
          <p:nvPr/>
        </p:nvSpPr>
        <p:spPr>
          <a:xfrm>
            <a:off x="8437588" y="5377092"/>
            <a:ext cx="8354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ex_mem_jump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F615D6A7-9797-CA91-9080-9AA6D425649A}"/>
              </a:ext>
            </a:extLst>
          </p:cNvPr>
          <p:cNvCxnSpPr>
            <a:cxnSpLocks/>
          </p:cNvCxnSpPr>
          <p:nvPr/>
        </p:nvCxnSpPr>
        <p:spPr>
          <a:xfrm>
            <a:off x="10612073" y="3189791"/>
            <a:ext cx="117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D725BC4B-E633-D2F7-E248-FB75B8CCBFFF}"/>
              </a:ext>
            </a:extLst>
          </p:cNvPr>
          <p:cNvSpPr txBox="1"/>
          <p:nvPr/>
        </p:nvSpPr>
        <p:spPr>
          <a:xfrm>
            <a:off x="9906000" y="3065693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>
                <a:solidFill>
                  <a:srgbClr val="FF0000"/>
                </a:solidFill>
              </a:rPr>
              <a:t>”00000000”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CFB3B0E-C956-0167-323F-B1AECAAC77B1}"/>
              </a:ext>
            </a:extLst>
          </p:cNvPr>
          <p:cNvSpPr txBox="1"/>
          <p:nvPr/>
        </p:nvSpPr>
        <p:spPr>
          <a:xfrm>
            <a:off x="10566603" y="3358634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0B2C3EF2-AA53-F608-D2EC-D4C3148FDF7E}"/>
              </a:ext>
            </a:extLst>
          </p:cNvPr>
          <p:cNvCxnSpPr>
            <a:cxnSpLocks/>
          </p:cNvCxnSpPr>
          <p:nvPr/>
        </p:nvCxnSpPr>
        <p:spPr>
          <a:xfrm flipH="1">
            <a:off x="10809215" y="3734077"/>
            <a:ext cx="20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6ACC3390-4CB9-508E-5C3D-388F3562B716}"/>
              </a:ext>
            </a:extLst>
          </p:cNvPr>
          <p:cNvSpPr txBox="1"/>
          <p:nvPr/>
        </p:nvSpPr>
        <p:spPr>
          <a:xfrm>
            <a:off x="10969389" y="3626714"/>
            <a:ext cx="1117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mem_wb_mem_read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810103FE-1702-DD83-C716-3A876D276465}"/>
              </a:ext>
            </a:extLst>
          </p:cNvPr>
          <p:cNvCxnSpPr>
            <a:cxnSpLocks/>
          </p:cNvCxnSpPr>
          <p:nvPr/>
        </p:nvCxnSpPr>
        <p:spPr>
          <a:xfrm flipH="1">
            <a:off x="10835781" y="3953589"/>
            <a:ext cx="20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CD6056BE-727C-5DD4-EED5-654EE621DAC7}"/>
              </a:ext>
            </a:extLst>
          </p:cNvPr>
          <p:cNvCxnSpPr>
            <a:cxnSpLocks/>
          </p:cNvCxnSpPr>
          <p:nvPr/>
        </p:nvCxnSpPr>
        <p:spPr>
          <a:xfrm flipH="1">
            <a:off x="10832984" y="4153827"/>
            <a:ext cx="206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F4B11E00-9133-F01E-4878-7962B13990A2}"/>
              </a:ext>
            </a:extLst>
          </p:cNvPr>
          <p:cNvSpPr txBox="1"/>
          <p:nvPr/>
        </p:nvSpPr>
        <p:spPr>
          <a:xfrm>
            <a:off x="10985418" y="3842158"/>
            <a:ext cx="10855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mem_wb_load_addr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9FF803E-1412-517B-383F-D80D73EBBC57}"/>
              </a:ext>
            </a:extLst>
          </p:cNvPr>
          <p:cNvSpPr txBox="1"/>
          <p:nvPr/>
        </p:nvSpPr>
        <p:spPr>
          <a:xfrm>
            <a:off x="11006257" y="4038496"/>
            <a:ext cx="1043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mem_wb_reg_write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4A49E503-28CB-5107-0166-F3EA210E6430}"/>
              </a:ext>
            </a:extLst>
          </p:cNvPr>
          <p:cNvSpPr txBox="1"/>
          <p:nvPr/>
        </p:nvSpPr>
        <p:spPr>
          <a:xfrm>
            <a:off x="11074696" y="2232570"/>
            <a:ext cx="5629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 err="1">
                <a:solidFill>
                  <a:schemeClr val="accent1"/>
                </a:solidFill>
              </a:rPr>
              <a:t>wb_data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1FC1ECF6-5D29-31CC-107B-15DB9CBAC411}"/>
              </a:ext>
            </a:extLst>
          </p:cNvPr>
          <p:cNvCxnSpPr>
            <a:cxnSpLocks/>
          </p:cNvCxnSpPr>
          <p:nvPr/>
        </p:nvCxnSpPr>
        <p:spPr>
          <a:xfrm>
            <a:off x="1620711" y="4518460"/>
            <a:ext cx="229139" cy="7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66396113-87F2-7CCA-C042-BF4DD79A9946}"/>
              </a:ext>
            </a:extLst>
          </p:cNvPr>
          <p:cNvCxnSpPr>
            <a:cxnSpLocks/>
          </p:cNvCxnSpPr>
          <p:nvPr/>
        </p:nvCxnSpPr>
        <p:spPr>
          <a:xfrm>
            <a:off x="1858421" y="3874903"/>
            <a:ext cx="0" cy="10184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AB4C3F5-E0BE-DFA0-6FBF-0CCB15485604}"/>
              </a:ext>
            </a:extLst>
          </p:cNvPr>
          <p:cNvCxnSpPr>
            <a:cxnSpLocks/>
          </p:cNvCxnSpPr>
          <p:nvPr/>
        </p:nvCxnSpPr>
        <p:spPr>
          <a:xfrm>
            <a:off x="1855431" y="3881267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0D24D4E8-3B6B-A910-6FE4-6371D2CA246E}"/>
              </a:ext>
            </a:extLst>
          </p:cNvPr>
          <p:cNvCxnSpPr>
            <a:cxnSpLocks/>
          </p:cNvCxnSpPr>
          <p:nvPr/>
        </p:nvCxnSpPr>
        <p:spPr>
          <a:xfrm>
            <a:off x="1867611" y="4047113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E3B260C7-3B1D-AB9D-4D66-712BC911DC84}"/>
              </a:ext>
            </a:extLst>
          </p:cNvPr>
          <p:cNvCxnSpPr>
            <a:cxnSpLocks/>
          </p:cNvCxnSpPr>
          <p:nvPr/>
        </p:nvCxnSpPr>
        <p:spPr>
          <a:xfrm>
            <a:off x="1867611" y="4215214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503C55A8-5830-13DE-CB7C-4BA8EEE7AEDA}"/>
              </a:ext>
            </a:extLst>
          </p:cNvPr>
          <p:cNvCxnSpPr>
            <a:cxnSpLocks/>
          </p:cNvCxnSpPr>
          <p:nvPr/>
        </p:nvCxnSpPr>
        <p:spPr>
          <a:xfrm>
            <a:off x="1867611" y="4519030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3735E7EE-8983-C051-AFC7-B0B118C448AB}"/>
              </a:ext>
            </a:extLst>
          </p:cNvPr>
          <p:cNvCxnSpPr>
            <a:cxnSpLocks/>
          </p:cNvCxnSpPr>
          <p:nvPr/>
        </p:nvCxnSpPr>
        <p:spPr>
          <a:xfrm>
            <a:off x="1855431" y="4717839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227246F4-84F3-6D73-F407-402327EE2005}"/>
              </a:ext>
            </a:extLst>
          </p:cNvPr>
          <p:cNvCxnSpPr>
            <a:cxnSpLocks/>
          </p:cNvCxnSpPr>
          <p:nvPr/>
        </p:nvCxnSpPr>
        <p:spPr>
          <a:xfrm>
            <a:off x="1867611" y="4379509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0F4BABAB-0892-D3B0-D55E-BD3784FEB915}"/>
              </a:ext>
            </a:extLst>
          </p:cNvPr>
          <p:cNvCxnSpPr>
            <a:cxnSpLocks/>
          </p:cNvCxnSpPr>
          <p:nvPr/>
        </p:nvCxnSpPr>
        <p:spPr>
          <a:xfrm>
            <a:off x="1855431" y="4882165"/>
            <a:ext cx="1293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ED20CDE3-9177-87FB-4C30-2B01236545E4}"/>
              </a:ext>
            </a:extLst>
          </p:cNvPr>
          <p:cNvSpPr txBox="1"/>
          <p:nvPr/>
        </p:nvSpPr>
        <p:spPr>
          <a:xfrm>
            <a:off x="1910825" y="3752331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A8903A66-4149-B3E0-71CB-4F434A4B81E9}"/>
              </a:ext>
            </a:extLst>
          </p:cNvPr>
          <p:cNvSpPr txBox="1"/>
          <p:nvPr/>
        </p:nvSpPr>
        <p:spPr>
          <a:xfrm>
            <a:off x="1924686" y="4088320"/>
            <a:ext cx="740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1A852A7-AC0F-A78F-97F1-417889CC75AC}"/>
              </a:ext>
            </a:extLst>
          </p:cNvPr>
          <p:cNvSpPr txBox="1"/>
          <p:nvPr/>
        </p:nvSpPr>
        <p:spPr>
          <a:xfrm>
            <a:off x="1921288" y="4754834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reg_write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7F2ABA9-238C-E617-4BC2-A4E7DB044BB8}"/>
              </a:ext>
            </a:extLst>
          </p:cNvPr>
          <p:cNvSpPr txBox="1"/>
          <p:nvPr/>
        </p:nvSpPr>
        <p:spPr>
          <a:xfrm>
            <a:off x="1913967" y="3909482"/>
            <a:ext cx="7184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mem_read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FF4F38E4-EB02-9859-8422-DB9BE202E0AC}"/>
              </a:ext>
            </a:extLst>
          </p:cNvPr>
          <p:cNvSpPr txBox="1"/>
          <p:nvPr/>
        </p:nvSpPr>
        <p:spPr>
          <a:xfrm>
            <a:off x="1939153" y="4247038"/>
            <a:ext cx="548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alu_src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58F749AC-80DF-6C5D-7C0E-D9F6BBEB4ED7}"/>
              </a:ext>
            </a:extLst>
          </p:cNvPr>
          <p:cNvSpPr txBox="1"/>
          <p:nvPr/>
        </p:nvSpPr>
        <p:spPr>
          <a:xfrm>
            <a:off x="1940766" y="4388942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branch</a:t>
            </a: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1897D665-26CE-5E93-6740-FCF11BEC3D47}"/>
              </a:ext>
            </a:extLst>
          </p:cNvPr>
          <p:cNvSpPr txBox="1"/>
          <p:nvPr/>
        </p:nvSpPr>
        <p:spPr>
          <a:xfrm>
            <a:off x="1932547" y="4593073"/>
            <a:ext cx="6848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load_addr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92B1CFC4-7F5B-1E5A-803E-C1E740D00A3B}"/>
              </a:ext>
            </a:extLst>
          </p:cNvPr>
          <p:cNvSpPr txBox="1"/>
          <p:nvPr/>
        </p:nvSpPr>
        <p:spPr>
          <a:xfrm>
            <a:off x="2259741" y="5250388"/>
            <a:ext cx="7809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rgbClr val="FF0000"/>
                </a:solidFill>
              </a:rPr>
              <a:t>if_id_alu_op</a:t>
            </a:r>
            <a:endParaRPr lang="en-US" sz="900" dirty="0">
              <a:solidFill>
                <a:srgbClr val="FF000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B8BD1C0-B4F2-0ACC-516B-041090A97A30}"/>
              </a:ext>
            </a:extLst>
          </p:cNvPr>
          <p:cNvSpPr txBox="1"/>
          <p:nvPr/>
        </p:nvSpPr>
        <p:spPr>
          <a:xfrm>
            <a:off x="1230394" y="3832704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“</a:t>
            </a:r>
            <a:r>
              <a:rPr lang="en-US" sz="900" dirty="0" err="1">
                <a:solidFill>
                  <a:srgbClr val="FF0000"/>
                </a:solidFill>
              </a:rPr>
              <a:t>if_id</a:t>
            </a:r>
            <a:r>
              <a:rPr lang="en-US" sz="900" dirty="0">
                <a:solidFill>
                  <a:srgbClr val="FF0000"/>
                </a:solidFill>
              </a:rPr>
              <a:t>_” +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0C81165-C217-A4B4-7E5D-89CC2B072118}"/>
              </a:ext>
            </a:extLst>
          </p:cNvPr>
          <p:cNvCxnSpPr>
            <a:cxnSpLocks/>
          </p:cNvCxnSpPr>
          <p:nvPr/>
        </p:nvCxnSpPr>
        <p:spPr>
          <a:xfrm>
            <a:off x="2498032" y="5606299"/>
            <a:ext cx="0" cy="147099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8E020F7-AAF7-2283-3A99-7DFF6F0B3E63}"/>
              </a:ext>
            </a:extLst>
          </p:cNvPr>
          <p:cNvCxnSpPr>
            <a:cxnSpLocks/>
          </p:cNvCxnSpPr>
          <p:nvPr/>
        </p:nvCxnSpPr>
        <p:spPr>
          <a:xfrm>
            <a:off x="2495383" y="5753398"/>
            <a:ext cx="279305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A1DC1486-E2FC-B58B-55C4-091DB2C24889}"/>
              </a:ext>
            </a:extLst>
          </p:cNvPr>
          <p:cNvCxnSpPr>
            <a:cxnSpLocks/>
          </p:cNvCxnSpPr>
          <p:nvPr/>
        </p:nvCxnSpPr>
        <p:spPr>
          <a:xfrm flipV="1">
            <a:off x="5294181" y="5587738"/>
            <a:ext cx="0" cy="165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605A1D94-7A6A-113C-8133-0BCA8A594667}"/>
              </a:ext>
            </a:extLst>
          </p:cNvPr>
          <p:cNvCxnSpPr>
            <a:cxnSpLocks/>
          </p:cNvCxnSpPr>
          <p:nvPr/>
        </p:nvCxnSpPr>
        <p:spPr>
          <a:xfrm>
            <a:off x="7441605" y="5606299"/>
            <a:ext cx="0" cy="147099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265E83F7-F439-A522-B003-361BCD9F877C}"/>
              </a:ext>
            </a:extLst>
          </p:cNvPr>
          <p:cNvCxnSpPr>
            <a:cxnSpLocks/>
          </p:cNvCxnSpPr>
          <p:nvPr/>
        </p:nvCxnSpPr>
        <p:spPr>
          <a:xfrm>
            <a:off x="7436599" y="5753398"/>
            <a:ext cx="245211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F70F8830-D310-A459-2BFE-0AED5707A1E0}"/>
              </a:ext>
            </a:extLst>
          </p:cNvPr>
          <p:cNvCxnSpPr>
            <a:cxnSpLocks/>
          </p:cNvCxnSpPr>
          <p:nvPr/>
        </p:nvCxnSpPr>
        <p:spPr>
          <a:xfrm flipV="1">
            <a:off x="9884249" y="5587738"/>
            <a:ext cx="0" cy="165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1EF398E9-A30A-C9EE-1782-2F363E7060A0}"/>
              </a:ext>
            </a:extLst>
          </p:cNvPr>
          <p:cNvCxnSpPr>
            <a:cxnSpLocks/>
          </p:cNvCxnSpPr>
          <p:nvPr/>
        </p:nvCxnSpPr>
        <p:spPr>
          <a:xfrm>
            <a:off x="5409343" y="5606299"/>
            <a:ext cx="0" cy="147099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1A521DFF-8EDE-FE11-DF8D-01D4AD0BADFB}"/>
              </a:ext>
            </a:extLst>
          </p:cNvPr>
          <p:cNvCxnSpPr>
            <a:cxnSpLocks/>
          </p:cNvCxnSpPr>
          <p:nvPr/>
        </p:nvCxnSpPr>
        <p:spPr>
          <a:xfrm>
            <a:off x="5406694" y="5753398"/>
            <a:ext cx="194857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74BD6E94-2C93-C767-779D-8619020B9218}"/>
              </a:ext>
            </a:extLst>
          </p:cNvPr>
          <p:cNvCxnSpPr>
            <a:cxnSpLocks/>
          </p:cNvCxnSpPr>
          <p:nvPr/>
        </p:nvCxnSpPr>
        <p:spPr>
          <a:xfrm flipV="1">
            <a:off x="7352366" y="5587738"/>
            <a:ext cx="0" cy="16566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27443432-8C0A-36B8-D59E-764BB94F2784}"/>
              </a:ext>
            </a:extLst>
          </p:cNvPr>
          <p:cNvSpPr txBox="1"/>
          <p:nvPr/>
        </p:nvSpPr>
        <p:spPr>
          <a:xfrm>
            <a:off x="3609208" y="5753398"/>
            <a:ext cx="8130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/>
                </a:solidFill>
              </a:rPr>
              <a:t>if_id</a:t>
            </a:r>
            <a:r>
              <a:rPr lang="en-US" sz="900" dirty="0">
                <a:solidFill>
                  <a:schemeClr val="accent5"/>
                </a:solidFill>
              </a:rPr>
              <a:t> </a:t>
            </a:r>
            <a:r>
              <a:rPr lang="en-US" sz="900" dirty="0">
                <a:solidFill>
                  <a:schemeClr val="accent5"/>
                </a:solidFill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accent5"/>
                </a:solidFill>
                <a:sym typeface="Wingdings" panose="05000000000000000000" pitchFamily="2" charset="2"/>
              </a:rPr>
              <a:t>id_ex</a:t>
            </a:r>
            <a:endParaRPr lang="en-US" sz="900" dirty="0">
              <a:solidFill>
                <a:schemeClr val="accent5"/>
              </a:solidFill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F09CFD47-2B0A-FDC6-62C2-C5962DEFAB00}"/>
              </a:ext>
            </a:extLst>
          </p:cNvPr>
          <p:cNvSpPr txBox="1"/>
          <p:nvPr/>
        </p:nvSpPr>
        <p:spPr>
          <a:xfrm>
            <a:off x="5872622" y="5753398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/>
                </a:solidFill>
              </a:rPr>
              <a:t>id_ex</a:t>
            </a:r>
            <a:r>
              <a:rPr lang="en-US" sz="900" dirty="0">
                <a:solidFill>
                  <a:schemeClr val="accent5"/>
                </a:solidFill>
              </a:rPr>
              <a:t> </a:t>
            </a:r>
            <a:r>
              <a:rPr lang="en-US" sz="900" dirty="0">
                <a:solidFill>
                  <a:schemeClr val="accent5"/>
                </a:solidFill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accent5"/>
                </a:solidFill>
                <a:sym typeface="Wingdings" panose="05000000000000000000" pitchFamily="2" charset="2"/>
              </a:rPr>
              <a:t>ex_mem</a:t>
            </a:r>
            <a:endParaRPr lang="en-US" sz="900" dirty="0">
              <a:solidFill>
                <a:schemeClr val="accent5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FB675C72-9BF6-3A9E-44A3-6CF93FDB278E}"/>
              </a:ext>
            </a:extLst>
          </p:cNvPr>
          <p:cNvSpPr txBox="1"/>
          <p:nvPr/>
        </p:nvSpPr>
        <p:spPr>
          <a:xfrm>
            <a:off x="8075828" y="5763476"/>
            <a:ext cx="12250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accent5"/>
                </a:solidFill>
              </a:rPr>
              <a:t>ex_mem</a:t>
            </a:r>
            <a:r>
              <a:rPr lang="en-US" sz="900" dirty="0">
                <a:solidFill>
                  <a:schemeClr val="accent5"/>
                </a:solidFill>
              </a:rPr>
              <a:t> </a:t>
            </a:r>
            <a:r>
              <a:rPr lang="en-US" sz="900" dirty="0">
                <a:solidFill>
                  <a:schemeClr val="accent5"/>
                </a:solidFill>
                <a:sym typeface="Wingdings" panose="05000000000000000000" pitchFamily="2" charset="2"/>
              </a:rPr>
              <a:t> </a:t>
            </a:r>
            <a:r>
              <a:rPr lang="en-US" sz="900" dirty="0" err="1">
                <a:solidFill>
                  <a:schemeClr val="accent5"/>
                </a:solidFill>
                <a:sym typeface="Wingdings" panose="05000000000000000000" pitchFamily="2" charset="2"/>
              </a:rPr>
              <a:t>mem_wb</a:t>
            </a:r>
            <a:endParaRPr lang="en-US" sz="900" dirty="0">
              <a:solidFill>
                <a:schemeClr val="accent5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8C99F7B-4DF3-AD26-3010-F956D33065D7}"/>
              </a:ext>
            </a:extLst>
          </p:cNvPr>
          <p:cNvSpPr/>
          <p:nvPr/>
        </p:nvSpPr>
        <p:spPr>
          <a:xfrm>
            <a:off x="10332451" y="4457089"/>
            <a:ext cx="1383796" cy="21421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CC6F795C-FDD1-BFE4-39D5-2BD8CFFC35D0}"/>
              </a:ext>
            </a:extLst>
          </p:cNvPr>
          <p:cNvSpPr txBox="1"/>
          <p:nvPr/>
        </p:nvSpPr>
        <p:spPr>
          <a:xfrm>
            <a:off x="10522760" y="4430966"/>
            <a:ext cx="10743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u="sng" dirty="0">
                <a:solidFill>
                  <a:schemeClr val="accent5"/>
                </a:solidFill>
              </a:rPr>
              <a:t>Pipeline Registers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707ADAB3-A1FA-A2CA-72C7-E6AF94B2EAF4}"/>
              </a:ext>
            </a:extLst>
          </p:cNvPr>
          <p:cNvSpPr txBox="1"/>
          <p:nvPr/>
        </p:nvSpPr>
        <p:spPr>
          <a:xfrm>
            <a:off x="10293748" y="4574618"/>
            <a:ext cx="14940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reg_write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alu_src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mem_read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mem_write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branch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jump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load_addr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npc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alu_op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imm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instr</a:t>
            </a:r>
            <a:endParaRPr lang="en-US" sz="8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reg1_data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reg2_data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rs1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accent5"/>
                </a:solidFill>
              </a:rPr>
              <a:t>rs2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>
                <a:solidFill>
                  <a:schemeClr val="accent5"/>
                </a:solidFill>
              </a:rPr>
              <a:t>rd</a:t>
            </a:r>
            <a:endParaRPr lang="en-US" sz="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281</Words>
  <Application>Microsoft Office PowerPoint</Application>
  <PresentationFormat>Widescreen</PresentationFormat>
  <Paragraphs>108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Sick, Alexander B C1C USAF USAFA CW/CS06</cp:lastModifiedBy>
  <cp:revision>11</cp:revision>
  <cp:lastPrinted>2025-06-30T21:01:03Z</cp:lastPrinted>
  <dcterms:created xsi:type="dcterms:W3CDTF">2025-06-30T15:01:42Z</dcterms:created>
  <dcterms:modified xsi:type="dcterms:W3CDTF">2026-04-06T05:21:11Z</dcterms:modified>
</cp:coreProperties>
</file>