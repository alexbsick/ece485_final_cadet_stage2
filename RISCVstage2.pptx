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7162800" cy="94488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F3156C-1A0B-40A4-B506-136BA873DFD3}" v="4" dt="2026-03-10T17:13:22.7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60" d="100"/>
          <a:sy n="160" d="100"/>
        </p:scale>
        <p:origin x="180" y="-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rk, George W CIV USAF USAFA DF/DFEC" userId="1fb5875a-4594-4db2-80fb-f0db3de11280" providerId="ADAL" clId="{09330963-85FD-4C99-A81B-94D0EE5CFFEB}"/>
    <pc:docChg chg="custSel modSld">
      <pc:chgData name="York, George W CIV USAF USAFA DF/DFEC" userId="1fb5875a-4594-4db2-80fb-f0db3de11280" providerId="ADAL" clId="{09330963-85FD-4C99-A81B-94D0EE5CFFEB}" dt="2026-03-10T17:13:40.174" v="28" actId="478"/>
      <pc:docMkLst>
        <pc:docMk/>
      </pc:docMkLst>
      <pc:sldChg chg="addSp delSp modSp mod">
        <pc:chgData name="York, George W CIV USAF USAFA DF/DFEC" userId="1fb5875a-4594-4db2-80fb-f0db3de11280" providerId="ADAL" clId="{09330963-85FD-4C99-A81B-94D0EE5CFFEB}" dt="2026-03-10T17:13:40.174" v="28" actId="478"/>
        <pc:sldMkLst>
          <pc:docMk/>
          <pc:sldMk cId="1501170907" sldId="256"/>
        </pc:sldMkLst>
        <pc:spChg chg="add mod">
          <ac:chgData name="York, George W CIV USAF USAFA DF/DFEC" userId="1fb5875a-4594-4db2-80fb-f0db3de11280" providerId="ADAL" clId="{09330963-85FD-4C99-A81B-94D0EE5CFFEB}" dt="2026-03-10T03:59:35.312" v="22"/>
          <ac:spMkLst>
            <pc:docMk/>
            <pc:sldMk cId="1501170907" sldId="256"/>
            <ac:spMk id="26" creationId="{C78A4DC8-3C80-881E-FB81-42CE7A660FBF}"/>
          </ac:spMkLst>
        </pc:spChg>
        <pc:spChg chg="add mod">
          <ac:chgData name="York, George W CIV USAF USAFA DF/DFEC" userId="1fb5875a-4594-4db2-80fb-f0db3de11280" providerId="ADAL" clId="{09330963-85FD-4C99-A81B-94D0EE5CFFEB}" dt="2026-03-10T03:59:35.312" v="22"/>
          <ac:spMkLst>
            <pc:docMk/>
            <pc:sldMk cId="1501170907" sldId="256"/>
            <ac:spMk id="28" creationId="{FF31582E-8364-8CF1-92BA-63B0BC31CB78}"/>
          </ac:spMkLst>
        </pc:spChg>
        <pc:spChg chg="add mod">
          <ac:chgData name="York, George W CIV USAF USAFA DF/DFEC" userId="1fb5875a-4594-4db2-80fb-f0db3de11280" providerId="ADAL" clId="{09330963-85FD-4C99-A81B-94D0EE5CFFEB}" dt="2026-03-10T03:59:35.312" v="22"/>
          <ac:spMkLst>
            <pc:docMk/>
            <pc:sldMk cId="1501170907" sldId="256"/>
            <ac:spMk id="47" creationId="{CC388D4E-B582-ECD3-F069-D98CD3BAA839}"/>
          </ac:spMkLst>
        </pc:spChg>
        <pc:spChg chg="add mod">
          <ac:chgData name="York, George W CIV USAF USAFA DF/DFEC" userId="1fb5875a-4594-4db2-80fb-f0db3de11280" providerId="ADAL" clId="{09330963-85FD-4C99-A81B-94D0EE5CFFEB}" dt="2026-03-10T03:59:35.312" v="22"/>
          <ac:spMkLst>
            <pc:docMk/>
            <pc:sldMk cId="1501170907" sldId="256"/>
            <ac:spMk id="52" creationId="{0CCCD093-1D8B-D339-2269-5293EF85E0E3}"/>
          </ac:spMkLst>
        </pc:spChg>
        <pc:spChg chg="add mod">
          <ac:chgData name="York, George W CIV USAF USAFA DF/DFEC" userId="1fb5875a-4594-4db2-80fb-f0db3de11280" providerId="ADAL" clId="{09330963-85FD-4C99-A81B-94D0EE5CFFEB}" dt="2026-03-05T22:27:36.393" v="10"/>
          <ac:spMkLst>
            <pc:docMk/>
            <pc:sldMk cId="1501170907" sldId="256"/>
            <ac:spMk id="54" creationId="{7C5CCBD1-0844-480F-8141-9A9CAA44FF50}"/>
          </ac:spMkLst>
        </pc:spChg>
        <pc:spChg chg="add mod">
          <ac:chgData name="York, George W CIV USAF USAFA DF/DFEC" userId="1fb5875a-4594-4db2-80fb-f0db3de11280" providerId="ADAL" clId="{09330963-85FD-4C99-A81B-94D0EE5CFFEB}" dt="2026-03-05T22:27:36.393" v="10"/>
          <ac:spMkLst>
            <pc:docMk/>
            <pc:sldMk cId="1501170907" sldId="256"/>
            <ac:spMk id="57" creationId="{BE8947B1-691B-936E-60AD-9FDFE4A4EA75}"/>
          </ac:spMkLst>
        </pc:spChg>
        <pc:spChg chg="add mod">
          <ac:chgData name="York, George W CIV USAF USAFA DF/DFEC" userId="1fb5875a-4594-4db2-80fb-f0db3de11280" providerId="ADAL" clId="{09330963-85FD-4C99-A81B-94D0EE5CFFEB}" dt="2026-03-05T22:27:36.393" v="10"/>
          <ac:spMkLst>
            <pc:docMk/>
            <pc:sldMk cId="1501170907" sldId="256"/>
            <ac:spMk id="59" creationId="{62908768-78CB-6AA2-9F8F-560147BBA50C}"/>
          </ac:spMkLst>
        </pc:spChg>
        <pc:spChg chg="add mod">
          <ac:chgData name="York, George W CIV USAF USAFA DF/DFEC" userId="1fb5875a-4594-4db2-80fb-f0db3de11280" providerId="ADAL" clId="{09330963-85FD-4C99-A81B-94D0EE5CFFEB}" dt="2026-03-05T22:27:36.393" v="10"/>
          <ac:spMkLst>
            <pc:docMk/>
            <pc:sldMk cId="1501170907" sldId="256"/>
            <ac:spMk id="80" creationId="{55A3E227-0BF3-A73B-3BC7-43B3ED0C951A}"/>
          </ac:spMkLst>
        </pc:spChg>
        <pc:spChg chg="add mod">
          <ac:chgData name="York, George W CIV USAF USAFA DF/DFEC" userId="1fb5875a-4594-4db2-80fb-f0db3de11280" providerId="ADAL" clId="{09330963-85FD-4C99-A81B-94D0EE5CFFEB}" dt="2026-03-05T22:27:36.393" v="10"/>
          <ac:spMkLst>
            <pc:docMk/>
            <pc:sldMk cId="1501170907" sldId="256"/>
            <ac:spMk id="84" creationId="{D1142331-E346-04E4-CE7D-40DA0254B7E8}"/>
          </ac:spMkLst>
        </pc:spChg>
        <pc:spChg chg="add del mod">
          <ac:chgData name="York, George W CIV USAF USAFA DF/DFEC" userId="1fb5875a-4594-4db2-80fb-f0db3de11280" providerId="ADAL" clId="{09330963-85FD-4C99-A81B-94D0EE5CFFEB}" dt="2026-03-10T03:59:17.858" v="20" actId="478"/>
          <ac:spMkLst>
            <pc:docMk/>
            <pc:sldMk cId="1501170907" sldId="256"/>
            <ac:spMk id="105" creationId="{0DEEFEFE-6A7C-4AE5-CCC3-83F00563D393}"/>
          </ac:spMkLst>
        </pc:spChg>
        <pc:spChg chg="del">
          <ac:chgData name="York, George W CIV USAF USAFA DF/DFEC" userId="1fb5875a-4594-4db2-80fb-f0db3de11280" providerId="ADAL" clId="{09330963-85FD-4C99-A81B-94D0EE5CFFEB}" dt="2026-03-10T03:59:17.858" v="20" actId="478"/>
          <ac:spMkLst>
            <pc:docMk/>
            <pc:sldMk cId="1501170907" sldId="256"/>
            <ac:spMk id="264" creationId="{18102C07-F7E1-1AF1-477B-00B68F177F07}"/>
          </ac:spMkLst>
        </pc:spChg>
        <pc:spChg chg="del">
          <ac:chgData name="York, George W CIV USAF USAFA DF/DFEC" userId="1fb5875a-4594-4db2-80fb-f0db3de11280" providerId="ADAL" clId="{09330963-85FD-4C99-A81B-94D0EE5CFFEB}" dt="2026-03-10T03:59:17.858" v="20" actId="478"/>
          <ac:spMkLst>
            <pc:docMk/>
            <pc:sldMk cId="1501170907" sldId="256"/>
            <ac:spMk id="265" creationId="{00A05C49-A5A2-CC74-BAEB-00CF47323BC9}"/>
          </ac:spMkLst>
        </pc:spChg>
        <pc:spChg chg="del">
          <ac:chgData name="York, George W CIV USAF USAFA DF/DFEC" userId="1fb5875a-4594-4db2-80fb-f0db3de11280" providerId="ADAL" clId="{09330963-85FD-4C99-A81B-94D0EE5CFFEB}" dt="2026-03-10T03:59:17.858" v="20" actId="478"/>
          <ac:spMkLst>
            <pc:docMk/>
            <pc:sldMk cId="1501170907" sldId="256"/>
            <ac:spMk id="266" creationId="{B178740B-BE6B-31B0-B4FD-0ED1D3EABF36}"/>
          </ac:spMkLst>
        </pc:spChg>
        <pc:grpChg chg="add del mod">
          <ac:chgData name="York, George W CIV USAF USAFA DF/DFEC" userId="1fb5875a-4594-4db2-80fb-f0db3de11280" providerId="ADAL" clId="{09330963-85FD-4C99-A81B-94D0EE5CFFEB}" dt="2026-03-10T17:13:11.635" v="23" actId="478"/>
          <ac:grpSpMkLst>
            <pc:docMk/>
            <pc:sldMk cId="1501170907" sldId="256"/>
            <ac:grpSpMk id="30" creationId="{F29CD4F1-4D65-2071-CB5D-56C21B0A8ADD}"/>
          </ac:grpSpMkLst>
        </pc:grpChg>
        <pc:grpChg chg="add mod">
          <ac:chgData name="York, George W CIV USAF USAFA DF/DFEC" userId="1fb5875a-4594-4db2-80fb-f0db3de11280" providerId="ADAL" clId="{09330963-85FD-4C99-A81B-94D0EE5CFFEB}" dt="2026-03-05T22:27:36.393" v="10"/>
          <ac:grpSpMkLst>
            <pc:docMk/>
            <pc:sldMk cId="1501170907" sldId="256"/>
            <ac:grpSpMk id="61" creationId="{16FC76F5-1B0B-DFD2-2DFE-467D7246D31F}"/>
          </ac:grpSpMkLst>
        </pc:grpChg>
        <pc:grpChg chg="del">
          <ac:chgData name="York, George W CIV USAF USAFA DF/DFEC" userId="1fb5875a-4594-4db2-80fb-f0db3de11280" providerId="ADAL" clId="{09330963-85FD-4C99-A81B-94D0EE5CFFEB}" dt="2026-03-10T03:59:17.858" v="20" actId="478"/>
          <ac:grpSpMkLst>
            <pc:docMk/>
            <pc:sldMk cId="1501170907" sldId="256"/>
            <ac:grpSpMk id="175" creationId="{CF1E05C7-0258-A1DB-5D4E-EA66C6CAA296}"/>
          </ac:grpSpMkLst>
        </pc:grpChg>
        <pc:picChg chg="add del mod ord">
          <ac:chgData name="York, George W CIV USAF USAFA DF/DFEC" userId="1fb5875a-4594-4db2-80fb-f0db3de11280" providerId="ADAL" clId="{09330963-85FD-4C99-A81B-94D0EE5CFFEB}" dt="2026-03-10T17:13:34.702" v="26" actId="478"/>
          <ac:picMkLst>
            <pc:docMk/>
            <pc:sldMk cId="1501170907" sldId="256"/>
            <ac:picMk id="36" creationId="{7D1B8B85-7F90-6201-21E9-F6ABDFFBBFF8}"/>
          </ac:picMkLst>
        </pc:picChg>
        <pc:cxnChg chg="add mod">
          <ac:chgData name="York, George W CIV USAF USAFA DF/DFEC" userId="1fb5875a-4594-4db2-80fb-f0db3de11280" providerId="ADAL" clId="{09330963-85FD-4C99-A81B-94D0EE5CFFEB}" dt="2026-03-10T03:59:35.312" v="22"/>
          <ac:cxnSpMkLst>
            <pc:docMk/>
            <pc:sldMk cId="1501170907" sldId="256"/>
            <ac:cxnSpMk id="17" creationId="{31DB38F9-E090-4FB9-FA0F-47CDA73DF572}"/>
          </ac:cxnSpMkLst>
        </pc:cxnChg>
        <pc:cxnChg chg="add del mod">
          <ac:chgData name="York, George W CIV USAF USAFA DF/DFEC" userId="1fb5875a-4594-4db2-80fb-f0db3de11280" providerId="ADAL" clId="{09330963-85FD-4C99-A81B-94D0EE5CFFEB}" dt="2026-03-10T03:49:54.583" v="16" actId="478"/>
          <ac:cxnSpMkLst>
            <pc:docMk/>
            <pc:sldMk cId="1501170907" sldId="256"/>
            <ac:cxnSpMk id="17" creationId="{D24E488E-A173-AFA0-3F6A-78FF8CC6952B}"/>
          </ac:cxnSpMkLst>
        </pc:cxnChg>
        <pc:cxnChg chg="add del mod">
          <ac:chgData name="York, George W CIV USAF USAFA DF/DFEC" userId="1fb5875a-4594-4db2-80fb-f0db3de11280" providerId="ADAL" clId="{09330963-85FD-4C99-A81B-94D0EE5CFFEB}" dt="2026-03-10T03:49:53.700" v="15" actId="478"/>
          <ac:cxnSpMkLst>
            <pc:docMk/>
            <pc:sldMk cId="1501170907" sldId="256"/>
            <ac:cxnSpMk id="26" creationId="{EFC7A41C-61ED-49E4-BA0B-27EC82F62902}"/>
          </ac:cxnSpMkLst>
        </pc:cxnChg>
        <pc:cxnChg chg="add del mod">
          <ac:chgData name="York, George W CIV USAF USAFA DF/DFEC" userId="1fb5875a-4594-4db2-80fb-f0db3de11280" providerId="ADAL" clId="{09330963-85FD-4C99-A81B-94D0EE5CFFEB}" dt="2026-03-10T03:49:55.400" v="17" actId="478"/>
          <ac:cxnSpMkLst>
            <pc:docMk/>
            <pc:sldMk cId="1501170907" sldId="256"/>
            <ac:cxnSpMk id="28" creationId="{EE79F449-2B1D-87A9-9E7B-9DD8C11C7B9B}"/>
          </ac:cxnSpMkLst>
        </pc:cxnChg>
        <pc:cxnChg chg="add del mod">
          <ac:chgData name="York, George W CIV USAF USAFA DF/DFEC" userId="1fb5875a-4594-4db2-80fb-f0db3de11280" providerId="ADAL" clId="{09330963-85FD-4C99-A81B-94D0EE5CFFEB}" dt="2026-03-10T17:13:40.174" v="28" actId="478"/>
          <ac:cxnSpMkLst>
            <pc:docMk/>
            <pc:sldMk cId="1501170907" sldId="256"/>
            <ac:cxnSpMk id="37" creationId="{A09C37C1-E5D0-9FBA-A932-2F98BACEC0B2}"/>
          </ac:cxnSpMkLst>
        </pc:cxnChg>
        <pc:cxnChg chg="add mod">
          <ac:chgData name="York, George W CIV USAF USAFA DF/DFEC" userId="1fb5875a-4594-4db2-80fb-f0db3de11280" providerId="ADAL" clId="{09330963-85FD-4C99-A81B-94D0EE5CFFEB}" dt="2026-03-10T17:13:38.206" v="27" actId="1076"/>
          <ac:cxnSpMkLst>
            <pc:docMk/>
            <pc:sldMk cId="1501170907" sldId="256"/>
            <ac:cxnSpMk id="38" creationId="{4D9B3B66-045C-4BC7-2F4D-857D0D686CD3}"/>
          </ac:cxnSpMkLst>
        </pc:cxnChg>
        <pc:cxnChg chg="add del mod">
          <ac:chgData name="York, George W CIV USAF USAFA DF/DFEC" userId="1fb5875a-4594-4db2-80fb-f0db3de11280" providerId="ADAL" clId="{09330963-85FD-4C99-A81B-94D0EE5CFFEB}" dt="2026-03-10T03:49:51.970" v="14" actId="478"/>
          <ac:cxnSpMkLst>
            <pc:docMk/>
            <pc:sldMk cId="1501170907" sldId="256"/>
            <ac:cxnSpMk id="39" creationId="{119991E4-90E6-F0D1-11C3-602FF77B7F79}"/>
          </ac:cxnSpMkLst>
        </pc:cxnChg>
        <pc:cxnChg chg="add mod">
          <ac:chgData name="York, George W CIV USAF USAFA DF/DFEC" userId="1fb5875a-4594-4db2-80fb-f0db3de11280" providerId="ADAL" clId="{09330963-85FD-4C99-A81B-94D0EE5CFFEB}" dt="2026-03-10T03:59:35.312" v="22"/>
          <ac:cxnSpMkLst>
            <pc:docMk/>
            <pc:sldMk cId="1501170907" sldId="256"/>
            <ac:cxnSpMk id="39" creationId="{7804F544-7548-D877-9F4A-794E86AF3151}"/>
          </ac:cxnSpMkLst>
        </pc:cxnChg>
        <pc:cxnChg chg="add del mod">
          <ac:chgData name="York, George W CIV USAF USAFA DF/DFEC" userId="1fb5875a-4594-4db2-80fb-f0db3de11280" providerId="ADAL" clId="{09330963-85FD-4C99-A81B-94D0EE5CFFEB}" dt="2026-03-10T03:49:50.703" v="13" actId="478"/>
          <ac:cxnSpMkLst>
            <pc:docMk/>
            <pc:sldMk cId="1501170907" sldId="256"/>
            <ac:cxnSpMk id="47" creationId="{8A262BB7-393A-3D10-4768-BA19460EE16D}"/>
          </ac:cxnSpMkLst>
        </pc:cxnChg>
        <pc:cxnChg chg="add del mod">
          <ac:chgData name="York, George W CIV USAF USAFA DF/DFEC" userId="1fb5875a-4594-4db2-80fb-f0db3de11280" providerId="ADAL" clId="{09330963-85FD-4C99-A81B-94D0EE5CFFEB}" dt="2026-03-10T03:49:49.677" v="12" actId="478"/>
          <ac:cxnSpMkLst>
            <pc:docMk/>
            <pc:sldMk cId="1501170907" sldId="256"/>
            <ac:cxnSpMk id="52" creationId="{2AC5E79F-36BB-C55A-DF2D-C7C8E0255836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7:36.393" v="10"/>
          <ac:cxnSpMkLst>
            <pc:docMk/>
            <pc:sldMk cId="1501170907" sldId="256"/>
            <ac:cxnSpMk id="58" creationId="{37D73938-CD18-95EE-AF99-64BFF08C2E0D}"/>
          </ac:cxnSpMkLst>
        </pc:cxnChg>
        <pc:cxnChg chg="mod">
          <ac:chgData name="York, George W CIV USAF USAFA DF/DFEC" userId="1fb5875a-4594-4db2-80fb-f0db3de11280" providerId="ADAL" clId="{09330963-85FD-4C99-A81B-94D0EE5CFFEB}" dt="2026-03-05T22:27:36.393" v="10"/>
          <ac:cxnSpMkLst>
            <pc:docMk/>
            <pc:sldMk cId="1501170907" sldId="256"/>
            <ac:cxnSpMk id="76" creationId="{10A822E0-4EAA-5FC7-F211-354CF1DD8C97}"/>
          </ac:cxnSpMkLst>
        </pc:cxnChg>
        <pc:cxnChg chg="mod">
          <ac:chgData name="York, George W CIV USAF USAFA DF/DFEC" userId="1fb5875a-4594-4db2-80fb-f0db3de11280" providerId="ADAL" clId="{09330963-85FD-4C99-A81B-94D0EE5CFFEB}" dt="2026-03-05T22:27:36.393" v="10"/>
          <ac:cxnSpMkLst>
            <pc:docMk/>
            <pc:sldMk cId="1501170907" sldId="256"/>
            <ac:cxnSpMk id="77" creationId="{05428BE6-A028-2505-F585-6481D0268AE8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7:36.393" v="10"/>
          <ac:cxnSpMkLst>
            <pc:docMk/>
            <pc:sldMk cId="1501170907" sldId="256"/>
            <ac:cxnSpMk id="92" creationId="{A258B8B8-0DCC-7046-F080-D64CBE4BD6A0}"/>
          </ac:cxnSpMkLst>
        </pc:cxnChg>
        <pc:cxnChg chg="add mod">
          <ac:chgData name="York, George W CIV USAF USAFA DF/DFEC" userId="1fb5875a-4594-4db2-80fb-f0db3de11280" providerId="ADAL" clId="{09330963-85FD-4C99-A81B-94D0EE5CFFEB}" dt="2026-03-10T17:13:26.975" v="25" actId="1076"/>
          <ac:cxnSpMkLst>
            <pc:docMk/>
            <pc:sldMk cId="1501170907" sldId="256"/>
            <ac:cxnSpMk id="105" creationId="{8CD91CF8-916B-D654-9E0C-D97E1D897DD5}"/>
          </ac:cxnSpMkLst>
        </pc:cxnChg>
        <pc:cxnChg chg="add mod">
          <ac:chgData name="York, George W CIV USAF USAFA DF/DFEC" userId="1fb5875a-4594-4db2-80fb-f0db3de11280" providerId="ADAL" clId="{09330963-85FD-4C99-A81B-94D0EE5CFFEB}" dt="2026-03-10T03:50:28.651" v="18"/>
          <ac:cxnSpMkLst>
            <pc:docMk/>
            <pc:sldMk cId="1501170907" sldId="256"/>
            <ac:cxnSpMk id="106" creationId="{EF1EA85E-B4DD-CD65-B4DF-4B4DB8B39F46}"/>
          </ac:cxnSpMkLst>
        </pc:cxnChg>
        <pc:cxnChg chg="add mod">
          <ac:chgData name="York, George W CIV USAF USAFA DF/DFEC" userId="1fb5875a-4594-4db2-80fb-f0db3de11280" providerId="ADAL" clId="{09330963-85FD-4C99-A81B-94D0EE5CFFEB}" dt="2026-03-10T03:50:28.651" v="18"/>
          <ac:cxnSpMkLst>
            <pc:docMk/>
            <pc:sldMk cId="1501170907" sldId="256"/>
            <ac:cxnSpMk id="107" creationId="{79860AC4-97D8-03B3-AF86-AB6DE017878E}"/>
          </ac:cxnSpMkLst>
        </pc:cxnChg>
        <pc:cxnChg chg="add mod">
          <ac:chgData name="York, George W CIV USAF USAFA DF/DFEC" userId="1fb5875a-4594-4db2-80fb-f0db3de11280" providerId="ADAL" clId="{09330963-85FD-4C99-A81B-94D0EE5CFFEB}" dt="2026-03-10T03:50:39.938" v="19"/>
          <ac:cxnSpMkLst>
            <pc:docMk/>
            <pc:sldMk cId="1501170907" sldId="256"/>
            <ac:cxnSpMk id="108" creationId="{3F5D046F-4CDC-941C-775F-ABA64AB9D3A8}"/>
          </ac:cxnSpMkLst>
        </pc:cxnChg>
        <pc:cxnChg chg="add mod">
          <ac:chgData name="York, George W CIV USAF USAFA DF/DFEC" userId="1fb5875a-4594-4db2-80fb-f0db3de11280" providerId="ADAL" clId="{09330963-85FD-4C99-A81B-94D0EE5CFFEB}" dt="2026-03-10T03:50:39.938" v="19"/>
          <ac:cxnSpMkLst>
            <pc:docMk/>
            <pc:sldMk cId="1501170907" sldId="256"/>
            <ac:cxnSpMk id="109" creationId="{92BCAF6F-B9A4-9C21-9FF9-B23BDE25056A}"/>
          </ac:cxnSpMkLst>
        </pc:cxnChg>
        <pc:cxnChg chg="add mod">
          <ac:chgData name="York, George W CIV USAF USAFA DF/DFEC" userId="1fb5875a-4594-4db2-80fb-f0db3de11280" providerId="ADAL" clId="{09330963-85FD-4C99-A81B-94D0EE5CFFEB}" dt="2026-03-10T03:59:35.312" v="22"/>
          <ac:cxnSpMkLst>
            <pc:docMk/>
            <pc:sldMk cId="1501170907" sldId="256"/>
            <ac:cxnSpMk id="110" creationId="{93EEA11B-25C2-49C4-CEFB-DC750F39B294}"/>
          </ac:cxnSpMkLst>
        </pc:cxnChg>
        <pc:cxnChg chg="del">
          <ac:chgData name="York, George W CIV USAF USAFA DF/DFEC" userId="1fb5875a-4594-4db2-80fb-f0db3de11280" providerId="ADAL" clId="{09330963-85FD-4C99-A81B-94D0EE5CFFEB}" dt="2026-03-10T03:59:17.858" v="20" actId="478"/>
          <ac:cxnSpMkLst>
            <pc:docMk/>
            <pc:sldMk cId="1501170907" sldId="256"/>
            <ac:cxnSpMk id="183" creationId="{FD895F0D-4BF5-DC7B-F7F3-413542C80AFB}"/>
          </ac:cxnSpMkLst>
        </pc:cxnChg>
        <pc:cxnChg chg="del">
          <ac:chgData name="York, George W CIV USAF USAFA DF/DFEC" userId="1fb5875a-4594-4db2-80fb-f0db3de11280" providerId="ADAL" clId="{09330963-85FD-4C99-A81B-94D0EE5CFFEB}" dt="2026-03-10T03:59:17.858" v="20" actId="478"/>
          <ac:cxnSpMkLst>
            <pc:docMk/>
            <pc:sldMk cId="1501170907" sldId="256"/>
            <ac:cxnSpMk id="185" creationId="{8A322888-ED2A-D52F-5D81-55A9F50D831D}"/>
          </ac:cxnSpMkLst>
        </pc:cxnChg>
        <pc:cxnChg chg="del">
          <ac:chgData name="York, George W CIV USAF USAFA DF/DFEC" userId="1fb5875a-4594-4db2-80fb-f0db3de11280" providerId="ADAL" clId="{09330963-85FD-4C99-A81B-94D0EE5CFFEB}" dt="2026-03-10T03:59:20.624" v="21" actId="478"/>
          <ac:cxnSpMkLst>
            <pc:docMk/>
            <pc:sldMk cId="1501170907" sldId="256"/>
            <ac:cxnSpMk id="276" creationId="{370ACF3C-5A72-31AC-3830-8B43C336935F}"/>
          </ac:cxnSpMkLst>
        </pc:cxnChg>
        <pc:cxnChg chg="del">
          <ac:chgData name="York, George W CIV USAF USAFA DF/DFEC" userId="1fb5875a-4594-4db2-80fb-f0db3de11280" providerId="ADAL" clId="{09330963-85FD-4C99-A81B-94D0EE5CFFEB}" dt="2026-03-10T03:59:17.858" v="20" actId="478"/>
          <ac:cxnSpMkLst>
            <pc:docMk/>
            <pc:sldMk cId="1501170907" sldId="256"/>
            <ac:cxnSpMk id="280" creationId="{BF12A351-142A-23D7-36BD-9308B9D720A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3299-5041-75C6-017B-30BC5A770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5B8DF-234E-2565-8A74-EC4222DD8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057E2-614B-D8D3-DAFD-EB72441E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690C6-9279-0175-F287-5CC57F0F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997C7-E9F4-F1AF-9589-55C8A58F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1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C697-D311-D3F4-746D-9512D58A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9517B-7E5A-43C5-AFA7-CA8FAD4DD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51C59-7FDA-699E-57AD-CD4F8B7B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33E41-82A1-9D05-F8BB-7CBEB4AE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5BC14-12CB-B85A-903B-B6B3E5C79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1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FBDC1-63DB-A261-8B23-4DB5378B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65E3A-3EBC-4A5E-B2B6-C98ADB887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6D6BF-0ABC-0A1E-2556-6181195E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CF61C-418D-55F8-1B7C-FE7BEF28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E840A-E96E-07C4-96F6-A07EDA8D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5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1E5CC-0588-6BDA-D14C-7841AE213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9EAD0-6884-D842-3703-5940E1F30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165D7-E4D0-6E62-7410-8DD685ED1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37052-AB9E-16C3-06EB-11FD36635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E6E59-D0C1-59C6-AECF-05F568FA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E6FBB-64A9-ACBE-39EC-C8D5F230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1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3D773-A9B5-CAE2-7A49-D74CDCCD9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D8187-78C8-5A5F-AA62-B2B189686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4D96B-C717-D46C-BA87-BE57D3E58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4135A0-3376-3CEC-BE24-0142BE8DB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C3AC10-421B-C35A-B933-38881A6F5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37917C-0CC4-4F40-CED8-E47FEAF9F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DFAFCF-F24B-F467-EE20-6295A7E0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67A846-92AC-6BF7-0A06-104B81E38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01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F6E-DCF2-8CBC-0A12-19FBFECE0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BD701-32A0-96D1-647C-B494D9288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753AA-0B6F-1296-7C13-668735B26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3892D3-3E5D-4D55-9820-26F146551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43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379F85-5DE8-E547-90AD-EA619EAF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E778A-56AF-B474-3FA7-E1C69EC04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F13C4-15EC-1F25-AA88-0E7F792C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3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0C723-D383-8BBE-4335-E9AC5A8A5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8FEE8-EA2C-0896-1608-DD49A5F88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10344-FE72-8D2C-2A7A-98D16F422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F8B27-B0FB-3AC9-EE50-116F5890B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BE820-C4D0-A9B9-3984-64D0AEFD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FF1BD-E095-E09D-35E0-8B5632EE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9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EAEC-5F14-6769-2CA4-40366A78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DC298D-F147-E7D7-A1EB-D18A0AE66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60A7D-1C77-2BB1-E9DF-A6BFBADA0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0A765-EAFF-C2C5-315F-08EA81987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76CCC-11A5-2B7F-114C-9486DDFA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36D6A-8D27-FCE0-0A3F-E85DD5B5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49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82B3E-D736-AF83-EE9F-13F94B5C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EFD6A-15AB-A3D9-68C9-10A1DA0FE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1C672-7AE0-6E8E-C3A7-6298D90DD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8457A-275A-9FF2-74DF-D9ECDF2D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0FC87-DE10-893D-ED45-023BD9C8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31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E2E4A7-F30E-A229-C8B2-EFAA9BEB1E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79462-7BAC-5207-FD65-DA6583A52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860B-1B0A-B930-D2DD-993523E7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FC0B7-78D5-E67F-FC88-5D255F2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F8B40-7A68-DFDB-BD83-6B27D6BB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01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1CEFFF-13F7-262B-B970-735F2F0D4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4BEF5-8A79-A960-F86F-B92A2C4A2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2C7EF-1281-E6F3-8101-E7427E5E50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DAC2B-E565-9204-1CEB-303278FA4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88FD1-1743-4E35-DD86-376C42FB3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9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55267A-D19E-887C-DE49-0FCC56FF700B}"/>
              </a:ext>
            </a:extLst>
          </p:cNvPr>
          <p:cNvSpPr txBox="1"/>
          <p:nvPr/>
        </p:nvSpPr>
        <p:spPr>
          <a:xfrm>
            <a:off x="3825240" y="82040"/>
            <a:ext cx="48104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Stage 2. RISC-V 5-cycle Pipeline Architecture</a:t>
            </a:r>
          </a:p>
          <a:p>
            <a:pPr algn="ctr"/>
            <a:r>
              <a:rPr lang="en-US" sz="1200" b="1" dirty="0"/>
              <a:t>NOPs to prevent hazards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224797-49E0-B67E-FC03-3154A41834EF}"/>
              </a:ext>
            </a:extLst>
          </p:cNvPr>
          <p:cNvSpPr txBox="1"/>
          <p:nvPr/>
        </p:nvSpPr>
        <p:spPr>
          <a:xfrm>
            <a:off x="389615" y="591970"/>
            <a:ext cx="1556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Instruction Fetch (IF)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02132D-A974-B4EB-7900-F8BED8A09AB0}"/>
              </a:ext>
            </a:extLst>
          </p:cNvPr>
          <p:cNvSpPr txBox="1"/>
          <p:nvPr/>
        </p:nvSpPr>
        <p:spPr>
          <a:xfrm>
            <a:off x="3072930" y="623773"/>
            <a:ext cx="1814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Instruction Decode (ID) /</a:t>
            </a:r>
          </a:p>
          <a:p>
            <a:pPr algn="ctr"/>
            <a:r>
              <a:rPr lang="en-US" sz="1200" dirty="0"/>
              <a:t>Register Fetch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2FF47-5A2B-0305-FCBA-6E39C9831663}"/>
              </a:ext>
            </a:extLst>
          </p:cNvPr>
          <p:cNvSpPr txBox="1"/>
          <p:nvPr/>
        </p:nvSpPr>
        <p:spPr>
          <a:xfrm>
            <a:off x="5804838" y="607871"/>
            <a:ext cx="1090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Execute (EX) /</a:t>
            </a:r>
          </a:p>
          <a:p>
            <a:pPr algn="ctr"/>
            <a:r>
              <a:rPr lang="en-US" sz="1200" dirty="0"/>
              <a:t>Address Calc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A752A1-6D5B-3A06-E499-B8A91491317E}"/>
              </a:ext>
            </a:extLst>
          </p:cNvPr>
          <p:cNvSpPr txBox="1"/>
          <p:nvPr/>
        </p:nvSpPr>
        <p:spPr>
          <a:xfrm>
            <a:off x="7813021" y="591969"/>
            <a:ext cx="1693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Memory Access (MEM)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0E26C-B122-EBF8-1BAE-F14C52F6765D}"/>
              </a:ext>
            </a:extLst>
          </p:cNvPr>
          <p:cNvSpPr txBox="1"/>
          <p:nvPr/>
        </p:nvSpPr>
        <p:spPr>
          <a:xfrm>
            <a:off x="10341685" y="591969"/>
            <a:ext cx="1255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Write Back (WB)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BA6833-C633-E5C9-7E4C-C120C994AEAE}"/>
              </a:ext>
            </a:extLst>
          </p:cNvPr>
          <p:cNvCxnSpPr>
            <a:cxnSpLocks/>
          </p:cNvCxnSpPr>
          <p:nvPr/>
        </p:nvCxnSpPr>
        <p:spPr>
          <a:xfrm flipH="1">
            <a:off x="2495383" y="993913"/>
            <a:ext cx="1327" cy="3053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C90484-36CB-4907-076A-02E3D3D32D1E}"/>
              </a:ext>
            </a:extLst>
          </p:cNvPr>
          <p:cNvCxnSpPr/>
          <p:nvPr/>
        </p:nvCxnSpPr>
        <p:spPr>
          <a:xfrm>
            <a:off x="5364030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60DFE6-5315-9AC9-190B-7C588133F608}"/>
              </a:ext>
            </a:extLst>
          </p:cNvPr>
          <p:cNvCxnSpPr/>
          <p:nvPr/>
        </p:nvCxnSpPr>
        <p:spPr>
          <a:xfrm>
            <a:off x="7419073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519404-0CCB-B1DC-032D-7F61334BD5A1}"/>
              </a:ext>
            </a:extLst>
          </p:cNvPr>
          <p:cNvCxnSpPr/>
          <p:nvPr/>
        </p:nvCxnSpPr>
        <p:spPr>
          <a:xfrm>
            <a:off x="9926603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7F1C8A5-1E03-D3EE-A0CD-31E6BF30CE41}"/>
              </a:ext>
            </a:extLst>
          </p:cNvPr>
          <p:cNvSpPr/>
          <p:nvPr/>
        </p:nvSpPr>
        <p:spPr>
          <a:xfrm>
            <a:off x="389615" y="2231217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D1EBFC-D10E-E8FA-702E-C2055631644E}"/>
              </a:ext>
            </a:extLst>
          </p:cNvPr>
          <p:cNvSpPr txBox="1"/>
          <p:nvPr/>
        </p:nvSpPr>
        <p:spPr>
          <a:xfrm>
            <a:off x="367821" y="2540560"/>
            <a:ext cx="3465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PC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2E83A9E-00CB-A2F8-9F98-DB66FE846D2B}"/>
              </a:ext>
            </a:extLst>
          </p:cNvPr>
          <p:cNvGrpSpPr/>
          <p:nvPr/>
        </p:nvGrpSpPr>
        <p:grpSpPr>
          <a:xfrm>
            <a:off x="1216534" y="1593543"/>
            <a:ext cx="292770" cy="637674"/>
            <a:chOff x="1074820" y="1507958"/>
            <a:chExt cx="292770" cy="63767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A9A5B-CB84-2EB0-E546-86EC440B72D5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E5C77C1-9CF9-1E16-50F7-97165BEA36DD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4B8CDA6-2762-C4F5-462F-1DFB1F8AD3FF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02FE24B-5DF0-F485-4D3C-1274E5165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95975B7-C231-726E-F036-03E868A2B0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8EF4851-5EED-A8DF-0BFA-2D36255F2F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DE1BB0F-7F44-AAB3-DDC6-D559EF8CF86E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89779250-CCA9-E70F-BB44-4BF6A6DFE9DB}"/>
              </a:ext>
            </a:extLst>
          </p:cNvPr>
          <p:cNvSpPr/>
          <p:nvPr/>
        </p:nvSpPr>
        <p:spPr>
          <a:xfrm>
            <a:off x="993600" y="2434882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71C18F-2509-EE4D-4CCF-671D6132B81A}"/>
              </a:ext>
            </a:extLst>
          </p:cNvPr>
          <p:cNvSpPr txBox="1"/>
          <p:nvPr/>
        </p:nvSpPr>
        <p:spPr>
          <a:xfrm>
            <a:off x="938494" y="2649457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Instruction</a:t>
            </a:r>
          </a:p>
          <a:p>
            <a:pPr algn="ctr"/>
            <a:r>
              <a:rPr lang="en-US" sz="1000" dirty="0"/>
              <a:t>Memory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2F0744-F252-2E57-E70D-46D638EDC959}"/>
              </a:ext>
            </a:extLst>
          </p:cNvPr>
          <p:cNvSpPr/>
          <p:nvPr/>
        </p:nvSpPr>
        <p:spPr>
          <a:xfrm>
            <a:off x="1833297" y="2434882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E3533-5E8E-745F-D8F5-A23CE9ABD26D}"/>
              </a:ext>
            </a:extLst>
          </p:cNvPr>
          <p:cNvSpPr txBox="1"/>
          <p:nvPr/>
        </p:nvSpPr>
        <p:spPr>
          <a:xfrm>
            <a:off x="1841005" y="2744225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E2B66EC-2BE1-E44E-7373-F40AC05C62C6}"/>
              </a:ext>
            </a:extLst>
          </p:cNvPr>
          <p:cNvSpPr/>
          <p:nvPr/>
        </p:nvSpPr>
        <p:spPr>
          <a:xfrm>
            <a:off x="1845675" y="1476772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1A2BC1-FBC0-F6F1-4CF7-DA1BFBA2B724}"/>
              </a:ext>
            </a:extLst>
          </p:cNvPr>
          <p:cNvSpPr txBox="1"/>
          <p:nvPr/>
        </p:nvSpPr>
        <p:spPr>
          <a:xfrm>
            <a:off x="1778799" y="1796717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NPC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985C22F-9117-9276-318F-953E57303C7F}"/>
              </a:ext>
            </a:extLst>
          </p:cNvPr>
          <p:cNvCxnSpPr/>
          <p:nvPr/>
        </p:nvCxnSpPr>
        <p:spPr>
          <a:xfrm>
            <a:off x="1038726" y="2124938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EFB51DF-C201-E15E-5AC3-33F19BCD98C8}"/>
              </a:ext>
            </a:extLst>
          </p:cNvPr>
          <p:cNvSpPr txBox="1"/>
          <p:nvPr/>
        </p:nvSpPr>
        <p:spPr>
          <a:xfrm>
            <a:off x="835816" y="1998958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4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0DC1730-2DC8-EE14-BF4C-B0BDADDC0FF1}"/>
              </a:ext>
            </a:extLst>
          </p:cNvPr>
          <p:cNvCxnSpPr/>
          <p:nvPr/>
        </p:nvCxnSpPr>
        <p:spPr>
          <a:xfrm>
            <a:off x="1038726" y="169982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59943FA-4B6F-768D-06C0-4089702D09F7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1508373" y="1909227"/>
            <a:ext cx="337302" cy="1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2E7DC4-844A-C5EA-DE17-84B5DF7297B8}"/>
              </a:ext>
            </a:extLst>
          </p:cNvPr>
          <p:cNvCxnSpPr/>
          <p:nvPr/>
        </p:nvCxnSpPr>
        <p:spPr>
          <a:xfrm>
            <a:off x="1663197" y="286669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49D7864-D93C-BF99-66FF-D2C4F2C00D63}"/>
              </a:ext>
            </a:extLst>
          </p:cNvPr>
          <p:cNvCxnSpPr>
            <a:cxnSpLocks/>
          </p:cNvCxnSpPr>
          <p:nvPr/>
        </p:nvCxnSpPr>
        <p:spPr>
          <a:xfrm>
            <a:off x="692597" y="2702044"/>
            <a:ext cx="2988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242732E-8C7A-B59A-A71F-EE6E1C3473D7}"/>
              </a:ext>
            </a:extLst>
          </p:cNvPr>
          <p:cNvCxnSpPr/>
          <p:nvPr/>
        </p:nvCxnSpPr>
        <p:spPr>
          <a:xfrm>
            <a:off x="791700" y="1699822"/>
            <a:ext cx="0" cy="10022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8974812-60ED-4172-D124-4A8113D87693}"/>
              </a:ext>
            </a:extLst>
          </p:cNvPr>
          <p:cNvCxnSpPr/>
          <p:nvPr/>
        </p:nvCxnSpPr>
        <p:spPr>
          <a:xfrm flipH="1">
            <a:off x="790074" y="1699822"/>
            <a:ext cx="248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051380C-7AC3-E614-919E-D239B7148F90}"/>
              </a:ext>
            </a:extLst>
          </p:cNvPr>
          <p:cNvCxnSpPr/>
          <p:nvPr/>
        </p:nvCxnSpPr>
        <p:spPr>
          <a:xfrm>
            <a:off x="211807" y="270204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43D81353-E0D4-11A6-8251-372780A9E3C4}"/>
              </a:ext>
            </a:extLst>
          </p:cNvPr>
          <p:cNvSpPr/>
          <p:nvPr/>
        </p:nvSpPr>
        <p:spPr>
          <a:xfrm>
            <a:off x="934567" y="4047113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8D0138-4B77-FFA4-8FF2-FD84E92B36C9}"/>
              </a:ext>
            </a:extLst>
          </p:cNvPr>
          <p:cNvSpPr txBox="1"/>
          <p:nvPr/>
        </p:nvSpPr>
        <p:spPr>
          <a:xfrm>
            <a:off x="972437" y="4261688"/>
            <a:ext cx="603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Control</a:t>
            </a:r>
          </a:p>
          <a:p>
            <a:pPr algn="ctr"/>
            <a:r>
              <a:rPr lang="en-US" sz="1000" dirty="0"/>
              <a:t>Unit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0E5928D-8B59-DB64-4689-8B8A1D94A22C}"/>
              </a:ext>
            </a:extLst>
          </p:cNvPr>
          <p:cNvSpPr/>
          <p:nvPr/>
        </p:nvSpPr>
        <p:spPr>
          <a:xfrm>
            <a:off x="1852163" y="4965524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7C1290-2996-9401-3AC2-06CF5A8F9D57}"/>
              </a:ext>
            </a:extLst>
          </p:cNvPr>
          <p:cNvSpPr txBox="1"/>
          <p:nvPr/>
        </p:nvSpPr>
        <p:spPr>
          <a:xfrm>
            <a:off x="1774264" y="5143452"/>
            <a:ext cx="45878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  <a:p>
            <a:pPr algn="ctr"/>
            <a:r>
              <a:rPr lang="en-US" sz="900" dirty="0"/>
              <a:t>CNTL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2D0DCE7-42C6-8F85-8B9C-A00EF9724EBB}"/>
              </a:ext>
            </a:extLst>
          </p:cNvPr>
          <p:cNvCxnSpPr/>
          <p:nvPr/>
        </p:nvCxnSpPr>
        <p:spPr>
          <a:xfrm>
            <a:off x="762440" y="4519030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458AD97-7803-3315-AF03-8F40DF1BD335}"/>
              </a:ext>
            </a:extLst>
          </p:cNvPr>
          <p:cNvCxnSpPr/>
          <p:nvPr/>
        </p:nvCxnSpPr>
        <p:spPr>
          <a:xfrm>
            <a:off x="2155145" y="5377092"/>
            <a:ext cx="177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F2F3C86-53F2-D75C-D209-C94C59ADC93E}"/>
              </a:ext>
            </a:extLst>
          </p:cNvPr>
          <p:cNvCxnSpPr>
            <a:cxnSpLocks/>
          </p:cNvCxnSpPr>
          <p:nvPr/>
        </p:nvCxnSpPr>
        <p:spPr>
          <a:xfrm>
            <a:off x="1622289" y="5254830"/>
            <a:ext cx="2298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5DE6B25-B7FD-82FD-51BE-1AB615A6B635}"/>
              </a:ext>
            </a:extLst>
          </p:cNvPr>
          <p:cNvCxnSpPr>
            <a:stCxn id="43" idx="3"/>
          </p:cNvCxnSpPr>
          <p:nvPr/>
        </p:nvCxnSpPr>
        <p:spPr>
          <a:xfrm flipV="1">
            <a:off x="2136279" y="2866694"/>
            <a:ext cx="149721" cy="6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57589EA-2600-0EE7-5D7E-FFA354A03D39}"/>
              </a:ext>
            </a:extLst>
          </p:cNvPr>
          <p:cNvCxnSpPr>
            <a:cxnSpLocks/>
          </p:cNvCxnSpPr>
          <p:nvPr/>
        </p:nvCxnSpPr>
        <p:spPr>
          <a:xfrm>
            <a:off x="762440" y="3685674"/>
            <a:ext cx="0" cy="206772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5633958-DAF6-D732-2373-3901093A51FA}"/>
              </a:ext>
            </a:extLst>
          </p:cNvPr>
          <p:cNvCxnSpPr>
            <a:cxnSpLocks/>
          </p:cNvCxnSpPr>
          <p:nvPr/>
        </p:nvCxnSpPr>
        <p:spPr>
          <a:xfrm>
            <a:off x="762440" y="3677653"/>
            <a:ext cx="1523560" cy="802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B6F7810-982D-2B77-AC93-0E1947AF6544}"/>
              </a:ext>
            </a:extLst>
          </p:cNvPr>
          <p:cNvCxnSpPr>
            <a:cxnSpLocks/>
          </p:cNvCxnSpPr>
          <p:nvPr/>
        </p:nvCxnSpPr>
        <p:spPr>
          <a:xfrm>
            <a:off x="2286000" y="2445713"/>
            <a:ext cx="0" cy="123996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E5E3C8FC-BB27-8EAD-AA8B-33B131880EBA}"/>
              </a:ext>
            </a:extLst>
          </p:cNvPr>
          <p:cNvSpPr/>
          <p:nvPr/>
        </p:nvSpPr>
        <p:spPr>
          <a:xfrm>
            <a:off x="3395182" y="2230495"/>
            <a:ext cx="865785" cy="12434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333EE89-68AF-712F-BEF3-4270A403DD6C}"/>
              </a:ext>
            </a:extLst>
          </p:cNvPr>
          <p:cNvSpPr txBox="1"/>
          <p:nvPr/>
        </p:nvSpPr>
        <p:spPr>
          <a:xfrm>
            <a:off x="3487888" y="2199492"/>
            <a:ext cx="6992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Registers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1AE12B1-7545-1454-6C3C-AB92CE68BA32}"/>
              </a:ext>
            </a:extLst>
          </p:cNvPr>
          <p:cNvSpPr txBox="1"/>
          <p:nvPr/>
        </p:nvSpPr>
        <p:spPr>
          <a:xfrm>
            <a:off x="3337743" y="2425065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D30ED51-6ECC-1E79-E116-A0B4491B4CEE}"/>
              </a:ext>
            </a:extLst>
          </p:cNvPr>
          <p:cNvSpPr txBox="1"/>
          <p:nvPr/>
        </p:nvSpPr>
        <p:spPr>
          <a:xfrm>
            <a:off x="3330036" y="2638129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D272481-4C37-B8F1-EC3A-AFDE741A0241}"/>
              </a:ext>
            </a:extLst>
          </p:cNvPr>
          <p:cNvSpPr txBox="1"/>
          <p:nvPr/>
        </p:nvSpPr>
        <p:spPr>
          <a:xfrm>
            <a:off x="3344357" y="2856477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561CD7D-9C78-AF40-DA46-A961D099BBAC}"/>
              </a:ext>
            </a:extLst>
          </p:cNvPr>
          <p:cNvSpPr txBox="1"/>
          <p:nvPr/>
        </p:nvSpPr>
        <p:spPr>
          <a:xfrm>
            <a:off x="3333331" y="3078570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B7A2420-3BF4-06F5-C94F-24FA12BE23C4}"/>
              </a:ext>
            </a:extLst>
          </p:cNvPr>
          <p:cNvSpPr txBox="1"/>
          <p:nvPr/>
        </p:nvSpPr>
        <p:spPr>
          <a:xfrm>
            <a:off x="3843596" y="2602555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53E35CA-0236-A05F-53D0-1E8A84D64527}"/>
              </a:ext>
            </a:extLst>
          </p:cNvPr>
          <p:cNvSpPr txBox="1"/>
          <p:nvPr/>
        </p:nvSpPr>
        <p:spPr>
          <a:xfrm>
            <a:off x="3836982" y="2865215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dout2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4430F1D-2781-5846-8B40-4AA2EF16F7DF}"/>
              </a:ext>
            </a:extLst>
          </p:cNvPr>
          <p:cNvCxnSpPr>
            <a:cxnSpLocks/>
          </p:cNvCxnSpPr>
          <p:nvPr/>
        </p:nvCxnSpPr>
        <p:spPr>
          <a:xfrm flipV="1">
            <a:off x="4258959" y="2971893"/>
            <a:ext cx="1433720" cy="8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BF0F484-4DF4-2533-8B03-F090046F1463}"/>
              </a:ext>
            </a:extLst>
          </p:cNvPr>
          <p:cNvCxnSpPr>
            <a:cxnSpLocks/>
          </p:cNvCxnSpPr>
          <p:nvPr/>
        </p:nvCxnSpPr>
        <p:spPr>
          <a:xfrm flipV="1">
            <a:off x="2286000" y="2540481"/>
            <a:ext cx="1108177" cy="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773D457-1D45-45DC-597B-F39E1DA08775}"/>
              </a:ext>
            </a:extLst>
          </p:cNvPr>
          <p:cNvCxnSpPr>
            <a:cxnSpLocks/>
          </p:cNvCxnSpPr>
          <p:nvPr/>
        </p:nvCxnSpPr>
        <p:spPr>
          <a:xfrm>
            <a:off x="2286000" y="2753545"/>
            <a:ext cx="11016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7B65014-ADFF-C974-2427-EBBA0A442924}"/>
              </a:ext>
            </a:extLst>
          </p:cNvPr>
          <p:cNvCxnSpPr>
            <a:cxnSpLocks/>
          </p:cNvCxnSpPr>
          <p:nvPr/>
        </p:nvCxnSpPr>
        <p:spPr>
          <a:xfrm>
            <a:off x="2286000" y="2971893"/>
            <a:ext cx="1102156" cy="2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A9A0FA7-729C-BA90-755B-B07A92FEFF53}"/>
              </a:ext>
            </a:extLst>
          </p:cNvPr>
          <p:cNvSpPr txBox="1"/>
          <p:nvPr/>
        </p:nvSpPr>
        <p:spPr>
          <a:xfrm>
            <a:off x="3337743" y="3251607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reg_write</a:t>
            </a:r>
            <a:endParaRPr lang="en-US" sz="900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377C039-2182-654F-6A35-40B8C3B82901}"/>
              </a:ext>
            </a:extLst>
          </p:cNvPr>
          <p:cNvCxnSpPr>
            <a:cxnSpLocks/>
          </p:cNvCxnSpPr>
          <p:nvPr/>
        </p:nvCxnSpPr>
        <p:spPr>
          <a:xfrm>
            <a:off x="3072930" y="3193986"/>
            <a:ext cx="314709" cy="1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6640488-7F74-ACFA-C3D7-F537C70A09BF}"/>
              </a:ext>
            </a:extLst>
          </p:cNvPr>
          <p:cNvSpPr/>
          <p:nvPr/>
        </p:nvSpPr>
        <p:spPr>
          <a:xfrm>
            <a:off x="943500" y="5117831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EFE176C-F8AC-D0A4-16C8-9E5D45E76EEA}"/>
              </a:ext>
            </a:extLst>
          </p:cNvPr>
          <p:cNvSpPr txBox="1"/>
          <p:nvPr/>
        </p:nvSpPr>
        <p:spPr>
          <a:xfrm>
            <a:off x="1001819" y="5137718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funct3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B6E242FA-A035-C849-18B8-46769A45A7CC}"/>
              </a:ext>
            </a:extLst>
          </p:cNvPr>
          <p:cNvCxnSpPr/>
          <p:nvPr/>
        </p:nvCxnSpPr>
        <p:spPr>
          <a:xfrm>
            <a:off x="765692" y="525605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072AB9E-03D5-1BB6-662D-CF697E282081}"/>
              </a:ext>
            </a:extLst>
          </p:cNvPr>
          <p:cNvCxnSpPr>
            <a:cxnSpLocks/>
          </p:cNvCxnSpPr>
          <p:nvPr/>
        </p:nvCxnSpPr>
        <p:spPr>
          <a:xfrm>
            <a:off x="1620962" y="5624289"/>
            <a:ext cx="231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CBBC265-9F36-86B1-82C4-3FDAB7F4F15B}"/>
              </a:ext>
            </a:extLst>
          </p:cNvPr>
          <p:cNvSpPr/>
          <p:nvPr/>
        </p:nvSpPr>
        <p:spPr>
          <a:xfrm>
            <a:off x="942173" y="5487290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9FF6F2F-B91C-1D7F-98CB-28D8B2F4EF02}"/>
              </a:ext>
            </a:extLst>
          </p:cNvPr>
          <p:cNvSpPr txBox="1"/>
          <p:nvPr/>
        </p:nvSpPr>
        <p:spPr>
          <a:xfrm>
            <a:off x="1000492" y="5507177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funct7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126D306-46DD-18FB-80A1-6346D00C5885}"/>
              </a:ext>
            </a:extLst>
          </p:cNvPr>
          <p:cNvCxnSpPr/>
          <p:nvPr/>
        </p:nvCxnSpPr>
        <p:spPr>
          <a:xfrm>
            <a:off x="764365" y="5625513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7619A53-5593-55CA-7ECB-A72DC2C2AB4D}"/>
              </a:ext>
            </a:extLst>
          </p:cNvPr>
          <p:cNvCxnSpPr/>
          <p:nvPr/>
        </p:nvCxnSpPr>
        <p:spPr>
          <a:xfrm flipH="1">
            <a:off x="1673113" y="4461391"/>
            <a:ext cx="77899" cy="1295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E8F9A210-9B95-3371-FB33-95617722EA31}"/>
              </a:ext>
            </a:extLst>
          </p:cNvPr>
          <p:cNvSpPr txBox="1"/>
          <p:nvPr/>
        </p:nvSpPr>
        <p:spPr>
          <a:xfrm>
            <a:off x="1594182" y="4273526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79F83E5-4EE5-7034-134B-A22F1EA7ED48}"/>
              </a:ext>
            </a:extLst>
          </p:cNvPr>
          <p:cNvSpPr/>
          <p:nvPr/>
        </p:nvSpPr>
        <p:spPr>
          <a:xfrm>
            <a:off x="3806753" y="3923507"/>
            <a:ext cx="865785" cy="4606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31A3BDE-0FB4-6B4D-C6C0-53B6E6178991}"/>
              </a:ext>
            </a:extLst>
          </p:cNvPr>
          <p:cNvSpPr txBox="1"/>
          <p:nvPr/>
        </p:nvSpPr>
        <p:spPr>
          <a:xfrm>
            <a:off x="3755993" y="3892504"/>
            <a:ext cx="986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Sign Extension</a:t>
            </a:r>
          </a:p>
          <a:p>
            <a:pPr algn="ctr"/>
            <a:endParaRPr lang="en-US" sz="10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8F3F7A3-DBC8-6819-227D-49A14F7C2B32}"/>
              </a:ext>
            </a:extLst>
          </p:cNvPr>
          <p:cNvSpPr txBox="1"/>
          <p:nvPr/>
        </p:nvSpPr>
        <p:spPr>
          <a:xfrm>
            <a:off x="4311792" y="4099798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E5AF114-E674-2C84-7A79-4F931C99BC05}"/>
              </a:ext>
            </a:extLst>
          </p:cNvPr>
          <p:cNvCxnSpPr>
            <a:cxnSpLocks/>
          </p:cNvCxnSpPr>
          <p:nvPr/>
        </p:nvCxnSpPr>
        <p:spPr>
          <a:xfrm>
            <a:off x="2639349" y="4253940"/>
            <a:ext cx="11674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691EF3B-B49C-E8C7-89F0-04E2CEA7B43B}"/>
              </a:ext>
            </a:extLst>
          </p:cNvPr>
          <p:cNvCxnSpPr>
            <a:cxnSpLocks/>
          </p:cNvCxnSpPr>
          <p:nvPr/>
        </p:nvCxnSpPr>
        <p:spPr>
          <a:xfrm>
            <a:off x="2639349" y="3251607"/>
            <a:ext cx="0" cy="10147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752E8FD-FCF1-9D02-67ED-6A11A8F587F0}"/>
              </a:ext>
            </a:extLst>
          </p:cNvPr>
          <p:cNvGrpSpPr/>
          <p:nvPr/>
        </p:nvGrpSpPr>
        <p:grpSpPr>
          <a:xfrm>
            <a:off x="6110717" y="2579087"/>
            <a:ext cx="292770" cy="637674"/>
            <a:chOff x="1074820" y="1507958"/>
            <a:chExt cx="292770" cy="637674"/>
          </a:xfrm>
        </p:grpSpPr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AE6683E5-928D-AB96-A3C8-DEC33C618891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CE4609D8-A94B-A3DB-2632-7D450EB3848B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07AFA4A0-2F6D-9E76-0439-2A01EEA85067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A4FC6B1-A44C-6281-D85D-C5C51598C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142B163E-9323-7661-DF34-CB6D477574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25C970A2-F2EE-D728-1CB9-78DB718BD9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527F439A-417F-3E0B-45D2-E46978701714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214633A4-1B5E-0733-F51C-E4102BBAD162}"/>
              </a:ext>
            </a:extLst>
          </p:cNvPr>
          <p:cNvCxnSpPr/>
          <p:nvPr/>
        </p:nvCxnSpPr>
        <p:spPr>
          <a:xfrm>
            <a:off x="5932909" y="311048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12A3FC5E-0887-17BA-3438-BBB91A074EC2}"/>
              </a:ext>
            </a:extLst>
          </p:cNvPr>
          <p:cNvCxnSpPr>
            <a:cxnSpLocks/>
          </p:cNvCxnSpPr>
          <p:nvPr/>
        </p:nvCxnSpPr>
        <p:spPr>
          <a:xfrm flipV="1">
            <a:off x="4258959" y="2685366"/>
            <a:ext cx="1851758" cy="16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64A453BE-6D86-FC77-F0DF-48F06E318EFA}"/>
              </a:ext>
            </a:extLst>
          </p:cNvPr>
          <p:cNvGrpSpPr/>
          <p:nvPr/>
        </p:nvGrpSpPr>
        <p:grpSpPr>
          <a:xfrm>
            <a:off x="5687559" y="2837199"/>
            <a:ext cx="234557" cy="529824"/>
            <a:chOff x="6175096" y="3854324"/>
            <a:chExt cx="144932" cy="375881"/>
          </a:xfrm>
        </p:grpSpPr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674FCEC5-7FFF-CD2B-A09D-CBC92E12F25F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5B7B22C-663B-5298-D166-FAF560E4BB75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6BADDFCE-8A0A-44E6-3F10-0D51A57F6C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948E2AC4-F542-64B0-39E2-25FBBBED0C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973E0397-2938-3E11-F4FA-2B7B6C3675A8}"/>
              </a:ext>
            </a:extLst>
          </p:cNvPr>
          <p:cNvCxnSpPr>
            <a:cxnSpLocks/>
          </p:cNvCxnSpPr>
          <p:nvPr/>
        </p:nvCxnSpPr>
        <p:spPr>
          <a:xfrm flipV="1">
            <a:off x="4850346" y="3244816"/>
            <a:ext cx="842333" cy="6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D782F3A7-BB22-97E7-61AB-4A4C01CDB198}"/>
              </a:ext>
            </a:extLst>
          </p:cNvPr>
          <p:cNvCxnSpPr/>
          <p:nvPr/>
        </p:nvCxnSpPr>
        <p:spPr>
          <a:xfrm>
            <a:off x="4855248" y="3251607"/>
            <a:ext cx="0" cy="978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320A29EB-ABD9-7A97-166B-5F32289CDE2A}"/>
              </a:ext>
            </a:extLst>
          </p:cNvPr>
          <p:cNvCxnSpPr/>
          <p:nvPr/>
        </p:nvCxnSpPr>
        <p:spPr>
          <a:xfrm flipH="1">
            <a:off x="4672538" y="4227176"/>
            <a:ext cx="1827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8F48198F-3BEE-7A5F-E755-825029E62CA9}"/>
              </a:ext>
            </a:extLst>
          </p:cNvPr>
          <p:cNvCxnSpPr>
            <a:cxnSpLocks/>
          </p:cNvCxnSpPr>
          <p:nvPr/>
        </p:nvCxnSpPr>
        <p:spPr>
          <a:xfrm flipV="1">
            <a:off x="5804838" y="3309402"/>
            <a:ext cx="0" cy="5327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6848B782-ACF8-E9A2-8354-F25270D6A5C1}"/>
              </a:ext>
            </a:extLst>
          </p:cNvPr>
          <p:cNvCxnSpPr/>
          <p:nvPr/>
        </p:nvCxnSpPr>
        <p:spPr>
          <a:xfrm flipV="1">
            <a:off x="6267546" y="3096047"/>
            <a:ext cx="0" cy="3329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Rectangle 229">
            <a:extLst>
              <a:ext uri="{FF2B5EF4-FFF2-40B4-BE49-F238E27FC236}">
                <a16:creationId xmlns:a16="http://schemas.microsoft.com/office/drawing/2014/main" id="{3AF2B9FF-2C7F-338A-78BA-57A97CD3837D}"/>
              </a:ext>
            </a:extLst>
          </p:cNvPr>
          <p:cNvSpPr/>
          <p:nvPr/>
        </p:nvSpPr>
        <p:spPr>
          <a:xfrm>
            <a:off x="8132652" y="1613063"/>
            <a:ext cx="865785" cy="821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79148410-A97A-F2FF-1C77-6873D577E23E}"/>
              </a:ext>
            </a:extLst>
          </p:cNvPr>
          <p:cNvSpPr txBox="1"/>
          <p:nvPr/>
        </p:nvSpPr>
        <p:spPr>
          <a:xfrm>
            <a:off x="8114167" y="1590798"/>
            <a:ext cx="9268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Data Memory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25E57BF1-21EE-8E4A-10F6-78E31B205327}"/>
              </a:ext>
            </a:extLst>
          </p:cNvPr>
          <p:cNvSpPr txBox="1"/>
          <p:nvPr/>
        </p:nvSpPr>
        <p:spPr>
          <a:xfrm>
            <a:off x="8073953" y="1812106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4F78C3D-D478-DE43-4F03-E7114516D4BA}"/>
              </a:ext>
            </a:extLst>
          </p:cNvPr>
          <p:cNvSpPr txBox="1"/>
          <p:nvPr/>
        </p:nvSpPr>
        <p:spPr>
          <a:xfrm>
            <a:off x="8659919" y="1793810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dout</a:t>
            </a:r>
            <a:endParaRPr lang="en-US" sz="900" dirty="0"/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973B1BAA-D410-B540-5205-2CE3EA9D646F}"/>
              </a:ext>
            </a:extLst>
          </p:cNvPr>
          <p:cNvCxnSpPr>
            <a:cxnSpLocks/>
          </p:cNvCxnSpPr>
          <p:nvPr/>
        </p:nvCxnSpPr>
        <p:spPr>
          <a:xfrm>
            <a:off x="4886953" y="1941884"/>
            <a:ext cx="32397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9B269FA4-5D6A-5E60-3C24-F06556105623}"/>
              </a:ext>
            </a:extLst>
          </p:cNvPr>
          <p:cNvSpPr txBox="1"/>
          <p:nvPr/>
        </p:nvSpPr>
        <p:spPr>
          <a:xfrm>
            <a:off x="8081009" y="2060991"/>
            <a:ext cx="5918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Address</a:t>
            </a:r>
          </a:p>
        </p:txBody>
      </p: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32C8C4D0-BC6B-C139-3FF5-F9792E04E4A1}"/>
              </a:ext>
            </a:extLst>
          </p:cNvPr>
          <p:cNvCxnSpPr>
            <a:cxnSpLocks/>
          </p:cNvCxnSpPr>
          <p:nvPr/>
        </p:nvCxnSpPr>
        <p:spPr>
          <a:xfrm>
            <a:off x="6651741" y="2171619"/>
            <a:ext cx="1474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91165BCE-D4C3-69AB-C161-0AAA710C6CB4}"/>
              </a:ext>
            </a:extLst>
          </p:cNvPr>
          <p:cNvCxnSpPr/>
          <p:nvPr/>
        </p:nvCxnSpPr>
        <p:spPr>
          <a:xfrm flipV="1">
            <a:off x="8373291" y="2434882"/>
            <a:ext cx="0" cy="1676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C53FABC7-DD90-8352-C66A-7DFA23EE2633}"/>
              </a:ext>
            </a:extLst>
          </p:cNvPr>
          <p:cNvGrpSpPr/>
          <p:nvPr/>
        </p:nvGrpSpPr>
        <p:grpSpPr>
          <a:xfrm>
            <a:off x="9307301" y="4163398"/>
            <a:ext cx="234557" cy="870633"/>
            <a:chOff x="6175096" y="3854324"/>
            <a:chExt cx="144932" cy="375881"/>
          </a:xfrm>
        </p:grpSpPr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D64F4C90-ABA8-4DDC-5808-F9A278B4E6FD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6FC64163-8C45-5848-AF36-721E2025DF54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3B09081B-A704-2107-897F-12A59ADE39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465FB0D5-90F0-B240-13F3-D73E3B74C1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3C457D5C-9212-E0FE-91EE-284C0BA5FE52}"/>
              </a:ext>
            </a:extLst>
          </p:cNvPr>
          <p:cNvCxnSpPr/>
          <p:nvPr/>
        </p:nvCxnSpPr>
        <p:spPr>
          <a:xfrm flipH="1">
            <a:off x="2286000" y="3251607"/>
            <a:ext cx="3533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921958C4-4752-F09F-ADEA-BCC0D47C8983}"/>
              </a:ext>
            </a:extLst>
          </p:cNvPr>
          <p:cNvSpPr txBox="1"/>
          <p:nvPr/>
        </p:nvSpPr>
        <p:spPr>
          <a:xfrm>
            <a:off x="3749453" y="4138524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instr</a:t>
            </a:r>
            <a:endParaRPr lang="en-US" sz="9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AE7D782-2F59-C6D9-A9D7-B38E1A913155}"/>
              </a:ext>
            </a:extLst>
          </p:cNvPr>
          <p:cNvSpPr txBox="1"/>
          <p:nvPr/>
        </p:nvSpPr>
        <p:spPr>
          <a:xfrm>
            <a:off x="8230139" y="2245179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378ECE18-76A6-8223-40C0-E1A4CF744BE9}"/>
              </a:ext>
            </a:extLst>
          </p:cNvPr>
          <p:cNvSpPr txBox="1"/>
          <p:nvPr/>
        </p:nvSpPr>
        <p:spPr>
          <a:xfrm>
            <a:off x="8565545" y="2241709"/>
            <a:ext cx="3064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wr</a:t>
            </a:r>
            <a:endParaRPr lang="en-US" sz="900" dirty="0"/>
          </a:p>
        </p:txBody>
      </p: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B760AF97-E733-241D-903A-11456E3E2363}"/>
              </a:ext>
            </a:extLst>
          </p:cNvPr>
          <p:cNvCxnSpPr/>
          <p:nvPr/>
        </p:nvCxnSpPr>
        <p:spPr>
          <a:xfrm flipH="1">
            <a:off x="211807" y="6023113"/>
            <a:ext cx="94589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FBC20363-C806-EF5C-EF5B-FA8F14D0B2F9}"/>
              </a:ext>
            </a:extLst>
          </p:cNvPr>
          <p:cNvCxnSpPr/>
          <p:nvPr/>
        </p:nvCxnSpPr>
        <p:spPr>
          <a:xfrm flipV="1">
            <a:off x="211807" y="2717971"/>
            <a:ext cx="0" cy="32952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1876BEE7-FDFC-0D31-7B67-CAA4ECA61CC2}"/>
              </a:ext>
            </a:extLst>
          </p:cNvPr>
          <p:cNvCxnSpPr>
            <a:cxnSpLocks/>
          </p:cNvCxnSpPr>
          <p:nvPr/>
        </p:nvCxnSpPr>
        <p:spPr>
          <a:xfrm>
            <a:off x="9542834" y="4611234"/>
            <a:ext cx="1361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F1B7D252-CFD6-2A20-A0B7-01CB66AF15B1}"/>
              </a:ext>
            </a:extLst>
          </p:cNvPr>
          <p:cNvCxnSpPr>
            <a:cxnSpLocks/>
          </p:cNvCxnSpPr>
          <p:nvPr/>
        </p:nvCxnSpPr>
        <p:spPr>
          <a:xfrm>
            <a:off x="9679021" y="4611234"/>
            <a:ext cx="0" cy="14101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A0F94C90-2CFA-6FB0-6CDA-6336E014070E}"/>
              </a:ext>
            </a:extLst>
          </p:cNvPr>
          <p:cNvCxnSpPr/>
          <p:nvPr/>
        </p:nvCxnSpPr>
        <p:spPr>
          <a:xfrm flipV="1">
            <a:off x="4886953" y="1919827"/>
            <a:ext cx="0" cy="10520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767B8A25-A48B-7850-EE9E-21374996DACF}"/>
              </a:ext>
            </a:extLst>
          </p:cNvPr>
          <p:cNvCxnSpPr>
            <a:cxnSpLocks/>
          </p:cNvCxnSpPr>
          <p:nvPr/>
        </p:nvCxnSpPr>
        <p:spPr>
          <a:xfrm>
            <a:off x="6392320" y="2899983"/>
            <a:ext cx="259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CFAE5DC6-8CF9-2673-71C9-AFA4E7997F1B}"/>
              </a:ext>
            </a:extLst>
          </p:cNvPr>
          <p:cNvCxnSpPr>
            <a:cxnSpLocks/>
          </p:cNvCxnSpPr>
          <p:nvPr/>
        </p:nvCxnSpPr>
        <p:spPr>
          <a:xfrm flipV="1">
            <a:off x="6651741" y="2162573"/>
            <a:ext cx="0" cy="809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2EC15423-B005-0183-7A9F-B576E62BCAAB}"/>
              </a:ext>
            </a:extLst>
          </p:cNvPr>
          <p:cNvCxnSpPr>
            <a:cxnSpLocks/>
          </p:cNvCxnSpPr>
          <p:nvPr/>
        </p:nvCxnSpPr>
        <p:spPr>
          <a:xfrm>
            <a:off x="6651741" y="2971893"/>
            <a:ext cx="40693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3014E321-5714-0DA0-BD84-AEA9AAE788C3}"/>
              </a:ext>
            </a:extLst>
          </p:cNvPr>
          <p:cNvGrpSpPr/>
          <p:nvPr/>
        </p:nvGrpSpPr>
        <p:grpSpPr>
          <a:xfrm>
            <a:off x="10716325" y="2398070"/>
            <a:ext cx="234557" cy="870633"/>
            <a:chOff x="6175096" y="3854324"/>
            <a:chExt cx="144932" cy="375881"/>
          </a:xfrm>
        </p:grpSpPr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CC6483C4-28AE-F10B-774F-31BBB4098B87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C51292B0-B5C4-AACF-9093-36C8D152D461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E6CB2562-95CA-9D1A-979B-D7EFA56D84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F88B1EEE-37B0-409C-F5C6-42593C03E5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07D9C989-9107-8E5B-7046-08BC10C20273}"/>
              </a:ext>
            </a:extLst>
          </p:cNvPr>
          <p:cNvCxnSpPr>
            <a:cxnSpLocks/>
          </p:cNvCxnSpPr>
          <p:nvPr/>
        </p:nvCxnSpPr>
        <p:spPr>
          <a:xfrm>
            <a:off x="9195002" y="2744225"/>
            <a:ext cx="1519197" cy="11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12A8EFA3-E029-7A54-9279-672AB9B9FD22}"/>
              </a:ext>
            </a:extLst>
          </p:cNvPr>
          <p:cNvCxnSpPr>
            <a:cxnSpLocks/>
          </p:cNvCxnSpPr>
          <p:nvPr/>
        </p:nvCxnSpPr>
        <p:spPr>
          <a:xfrm flipV="1">
            <a:off x="10624314" y="2556298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TextBox 313">
            <a:extLst>
              <a:ext uri="{FF2B5EF4-FFF2-40B4-BE49-F238E27FC236}">
                <a16:creationId xmlns:a16="http://schemas.microsoft.com/office/drawing/2014/main" id="{94EC9EEB-C174-2FF6-451C-065B8E648DDA}"/>
              </a:ext>
            </a:extLst>
          </p:cNvPr>
          <p:cNvSpPr txBox="1"/>
          <p:nvPr/>
        </p:nvSpPr>
        <p:spPr>
          <a:xfrm>
            <a:off x="9917222" y="2437937"/>
            <a:ext cx="7777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/>
              <a:t>”10000000”</a:t>
            </a: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C669DA14-8A4A-8AE5-A36A-3E399FDEE2B1}"/>
              </a:ext>
            </a:extLst>
          </p:cNvPr>
          <p:cNvCxnSpPr>
            <a:cxnSpLocks/>
          </p:cNvCxnSpPr>
          <p:nvPr/>
        </p:nvCxnSpPr>
        <p:spPr>
          <a:xfrm>
            <a:off x="10951858" y="2845906"/>
            <a:ext cx="1361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F580A49F-8130-DF36-2C61-65CEF9F171E8}"/>
              </a:ext>
            </a:extLst>
          </p:cNvPr>
          <p:cNvCxnSpPr>
            <a:cxnSpLocks/>
          </p:cNvCxnSpPr>
          <p:nvPr/>
        </p:nvCxnSpPr>
        <p:spPr>
          <a:xfrm flipV="1">
            <a:off x="9202288" y="1919827"/>
            <a:ext cx="0" cy="824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0237BD76-677C-61E9-5FF6-4634556047E6}"/>
              </a:ext>
            </a:extLst>
          </p:cNvPr>
          <p:cNvCxnSpPr>
            <a:cxnSpLocks/>
          </p:cNvCxnSpPr>
          <p:nvPr/>
        </p:nvCxnSpPr>
        <p:spPr>
          <a:xfrm flipH="1">
            <a:off x="9014468" y="1909226"/>
            <a:ext cx="1952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FB2ED79D-5D1E-998C-0587-601F1B3D6394}"/>
              </a:ext>
            </a:extLst>
          </p:cNvPr>
          <p:cNvCxnSpPr>
            <a:cxnSpLocks/>
          </p:cNvCxnSpPr>
          <p:nvPr/>
        </p:nvCxnSpPr>
        <p:spPr>
          <a:xfrm>
            <a:off x="11084668" y="1313234"/>
            <a:ext cx="0" cy="15519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10BF8DC2-0A04-BAF9-3B3C-69E04DB1B680}"/>
              </a:ext>
            </a:extLst>
          </p:cNvPr>
          <p:cNvCxnSpPr/>
          <p:nvPr/>
        </p:nvCxnSpPr>
        <p:spPr>
          <a:xfrm flipH="1">
            <a:off x="3047939" y="1316334"/>
            <a:ext cx="80253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46BF1B11-30E4-C250-7482-8150CD3EBE33}"/>
              </a:ext>
            </a:extLst>
          </p:cNvPr>
          <p:cNvCxnSpPr/>
          <p:nvPr/>
        </p:nvCxnSpPr>
        <p:spPr>
          <a:xfrm flipV="1">
            <a:off x="3072930" y="1316334"/>
            <a:ext cx="0" cy="18776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C76199D9-440A-9194-BCF0-9A2E6EDE070C}"/>
              </a:ext>
            </a:extLst>
          </p:cNvPr>
          <p:cNvCxnSpPr/>
          <p:nvPr/>
        </p:nvCxnSpPr>
        <p:spPr>
          <a:xfrm>
            <a:off x="2156808" y="1909226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8D054836-2157-3BAC-A7D8-5291EF62197A}"/>
              </a:ext>
            </a:extLst>
          </p:cNvPr>
          <p:cNvSpPr txBox="1"/>
          <p:nvPr/>
        </p:nvSpPr>
        <p:spPr>
          <a:xfrm>
            <a:off x="6065686" y="2417449"/>
            <a:ext cx="410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6AF60-D791-21FB-8A86-0D04258DAA85}"/>
              </a:ext>
            </a:extLst>
          </p:cNvPr>
          <p:cNvSpPr/>
          <p:nvPr/>
        </p:nvSpPr>
        <p:spPr>
          <a:xfrm>
            <a:off x="5303520" y="993913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EB474B-DE86-EFAF-1F7B-17DC4F663F21}"/>
              </a:ext>
            </a:extLst>
          </p:cNvPr>
          <p:cNvSpPr/>
          <p:nvPr/>
        </p:nvSpPr>
        <p:spPr>
          <a:xfrm>
            <a:off x="7332224" y="993913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ADE79B-19DD-529A-5879-5E22D4125189}"/>
              </a:ext>
            </a:extLst>
          </p:cNvPr>
          <p:cNvSpPr/>
          <p:nvPr/>
        </p:nvSpPr>
        <p:spPr>
          <a:xfrm>
            <a:off x="9864345" y="993913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A85F51-CDCF-DFC4-A78B-5B79381B7901}"/>
              </a:ext>
            </a:extLst>
          </p:cNvPr>
          <p:cNvSpPr txBox="1"/>
          <p:nvPr/>
        </p:nvSpPr>
        <p:spPr>
          <a:xfrm>
            <a:off x="2248850" y="726305"/>
            <a:ext cx="5212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IF_ID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08595C-A8B4-EC1A-CEC5-C3F6C12A297B}"/>
              </a:ext>
            </a:extLst>
          </p:cNvPr>
          <p:cNvSpPr txBox="1"/>
          <p:nvPr/>
        </p:nvSpPr>
        <p:spPr>
          <a:xfrm>
            <a:off x="5078535" y="722238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ID_EX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44A068-9364-EA34-27D3-B5352516ABEB}"/>
              </a:ext>
            </a:extLst>
          </p:cNvPr>
          <p:cNvSpPr txBox="1"/>
          <p:nvPr/>
        </p:nvSpPr>
        <p:spPr>
          <a:xfrm>
            <a:off x="7018722" y="740372"/>
            <a:ext cx="753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EX_MEM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76CC08-2328-4CAE-36E1-B6668E8E0A0B}"/>
              </a:ext>
            </a:extLst>
          </p:cNvPr>
          <p:cNvSpPr txBox="1"/>
          <p:nvPr/>
        </p:nvSpPr>
        <p:spPr>
          <a:xfrm>
            <a:off x="9527038" y="730468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MEM_WB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009FE0-7787-A3EB-6282-7D22C75D2C48}"/>
              </a:ext>
            </a:extLst>
          </p:cNvPr>
          <p:cNvSpPr/>
          <p:nvPr/>
        </p:nvSpPr>
        <p:spPr>
          <a:xfrm>
            <a:off x="2458496" y="983375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D9B3B66-045C-4BC7-2F4D-857D0D686CD3}"/>
              </a:ext>
            </a:extLst>
          </p:cNvPr>
          <p:cNvCxnSpPr/>
          <p:nvPr/>
        </p:nvCxnSpPr>
        <p:spPr>
          <a:xfrm>
            <a:off x="3209831" y="3381866"/>
            <a:ext cx="177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E547B99-6FC8-A74C-FEEB-9E4CADACFA53}"/>
              </a:ext>
            </a:extLst>
          </p:cNvPr>
          <p:cNvCxnSpPr>
            <a:cxnSpLocks/>
          </p:cNvCxnSpPr>
          <p:nvPr/>
        </p:nvCxnSpPr>
        <p:spPr>
          <a:xfrm>
            <a:off x="8930725" y="4560055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C5CCBD1-0844-480F-8141-9A9CAA44FF50}"/>
              </a:ext>
            </a:extLst>
          </p:cNvPr>
          <p:cNvSpPr txBox="1"/>
          <p:nvPr/>
        </p:nvSpPr>
        <p:spPr>
          <a:xfrm>
            <a:off x="7868407" y="4099798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E8947B1-691B-936E-60AD-9FDFE4A4EA75}"/>
              </a:ext>
            </a:extLst>
          </p:cNvPr>
          <p:cNvSpPr txBox="1"/>
          <p:nvPr/>
        </p:nvSpPr>
        <p:spPr>
          <a:xfrm>
            <a:off x="7871560" y="4515171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7D73938-CD18-95EE-AF99-64BFF08C2E0D}"/>
              </a:ext>
            </a:extLst>
          </p:cNvPr>
          <p:cNvCxnSpPr>
            <a:cxnSpLocks/>
          </p:cNvCxnSpPr>
          <p:nvPr/>
        </p:nvCxnSpPr>
        <p:spPr>
          <a:xfrm flipV="1">
            <a:off x="9214921" y="4718145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2908768-78CB-6AA2-9F8F-560147BBA50C}"/>
              </a:ext>
            </a:extLst>
          </p:cNvPr>
          <p:cNvSpPr txBox="1"/>
          <p:nvPr/>
        </p:nvSpPr>
        <p:spPr>
          <a:xfrm>
            <a:off x="8892828" y="4599810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6FC76F5-1B0B-DFD2-2DFE-467D7246D31F}"/>
              </a:ext>
            </a:extLst>
          </p:cNvPr>
          <p:cNvGrpSpPr/>
          <p:nvPr/>
        </p:nvGrpSpPr>
        <p:grpSpPr>
          <a:xfrm>
            <a:off x="8407592" y="4109253"/>
            <a:ext cx="292770" cy="637674"/>
            <a:chOff x="1074820" y="1507958"/>
            <a:chExt cx="292770" cy="637674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0F3C053-4536-CA7C-4EE4-418998840D9A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4ACF4A3-01ED-D5D2-AE79-3A96A5B0A6EC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8BA57EF-BE1E-D9E4-5BCF-2A7FF9099FFC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5E72814-B29A-A6B9-3873-6A3C7C551A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E1DD0ED-9DFA-FDD8-737C-FB8DE70DA2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0A822E0-4EAA-5FC7-F211-354CF1DD8C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5428BE6-A028-2505-F585-6481D0268AE8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79B177D-A620-CBB7-1F57-B85744BC1768}"/>
              </a:ext>
            </a:extLst>
          </p:cNvPr>
          <p:cNvCxnSpPr>
            <a:cxnSpLocks/>
          </p:cNvCxnSpPr>
          <p:nvPr/>
        </p:nvCxnSpPr>
        <p:spPr>
          <a:xfrm>
            <a:off x="8233657" y="4640648"/>
            <a:ext cx="1739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4751035-C943-F4AC-E721-2329E2124269}"/>
              </a:ext>
            </a:extLst>
          </p:cNvPr>
          <p:cNvCxnSpPr/>
          <p:nvPr/>
        </p:nvCxnSpPr>
        <p:spPr>
          <a:xfrm>
            <a:off x="8229784" y="421553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5A3E227-0BF3-A73B-3BC7-43B3ED0C951A}"/>
              </a:ext>
            </a:extLst>
          </p:cNvPr>
          <p:cNvSpPr txBox="1"/>
          <p:nvPr/>
        </p:nvSpPr>
        <p:spPr>
          <a:xfrm>
            <a:off x="8442429" y="4314065"/>
            <a:ext cx="3513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“+”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BADD6A5-EF1D-D5D2-C1C0-C06AAF0FB60A}"/>
              </a:ext>
            </a:extLst>
          </p:cNvPr>
          <p:cNvCxnSpPr>
            <a:cxnSpLocks/>
          </p:cNvCxnSpPr>
          <p:nvPr/>
        </p:nvCxnSpPr>
        <p:spPr>
          <a:xfrm flipV="1">
            <a:off x="9192573" y="4893615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D1142331-E346-04E4-CE7D-40DA0254B7E8}"/>
              </a:ext>
            </a:extLst>
          </p:cNvPr>
          <p:cNvSpPr txBox="1"/>
          <p:nvPr/>
        </p:nvSpPr>
        <p:spPr>
          <a:xfrm>
            <a:off x="8937784" y="4780084"/>
            <a:ext cx="3321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PC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41FC06E-49A1-E737-FC39-BA3F124F2533}"/>
              </a:ext>
            </a:extLst>
          </p:cNvPr>
          <p:cNvCxnSpPr>
            <a:cxnSpLocks/>
          </p:cNvCxnSpPr>
          <p:nvPr/>
        </p:nvCxnSpPr>
        <p:spPr>
          <a:xfrm>
            <a:off x="8930725" y="4346119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BC490C6-9F7A-C0A3-5E86-3D4C3F2DB87B}"/>
              </a:ext>
            </a:extLst>
          </p:cNvPr>
          <p:cNvCxnSpPr>
            <a:cxnSpLocks/>
          </p:cNvCxnSpPr>
          <p:nvPr/>
        </p:nvCxnSpPr>
        <p:spPr>
          <a:xfrm>
            <a:off x="8930725" y="4346119"/>
            <a:ext cx="0" cy="213936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A258B8B8-0DCC-7046-F080-D64CBE4BD6A0}"/>
              </a:ext>
            </a:extLst>
          </p:cNvPr>
          <p:cNvCxnSpPr>
            <a:cxnSpLocks/>
          </p:cNvCxnSpPr>
          <p:nvPr/>
        </p:nvCxnSpPr>
        <p:spPr>
          <a:xfrm>
            <a:off x="8698040" y="4454260"/>
            <a:ext cx="232685" cy="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EF1EA85E-B4DD-CD65-B4DF-4B4DB8B39F46}"/>
              </a:ext>
            </a:extLst>
          </p:cNvPr>
          <p:cNvCxnSpPr>
            <a:cxnSpLocks/>
          </p:cNvCxnSpPr>
          <p:nvPr/>
        </p:nvCxnSpPr>
        <p:spPr>
          <a:xfrm flipV="1">
            <a:off x="10822834" y="3193477"/>
            <a:ext cx="0" cy="9603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9860AC4-97D8-03B3-AF86-AB6DE017878E}"/>
              </a:ext>
            </a:extLst>
          </p:cNvPr>
          <p:cNvCxnSpPr>
            <a:cxnSpLocks/>
          </p:cNvCxnSpPr>
          <p:nvPr/>
        </p:nvCxnSpPr>
        <p:spPr>
          <a:xfrm flipH="1">
            <a:off x="10758657" y="3429000"/>
            <a:ext cx="130253" cy="691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F5D046F-4CDC-941C-775F-ABA64AB9D3A8}"/>
              </a:ext>
            </a:extLst>
          </p:cNvPr>
          <p:cNvCxnSpPr>
            <a:cxnSpLocks/>
          </p:cNvCxnSpPr>
          <p:nvPr/>
        </p:nvCxnSpPr>
        <p:spPr>
          <a:xfrm flipV="1">
            <a:off x="9432653" y="4931909"/>
            <a:ext cx="0" cy="5752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92BCAF6F-B9A4-9C21-9FF9-B23BDE25056A}"/>
              </a:ext>
            </a:extLst>
          </p:cNvPr>
          <p:cNvCxnSpPr>
            <a:cxnSpLocks/>
          </p:cNvCxnSpPr>
          <p:nvPr/>
        </p:nvCxnSpPr>
        <p:spPr>
          <a:xfrm flipH="1">
            <a:off x="9388685" y="5117831"/>
            <a:ext cx="85431" cy="621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1DB38F9-E090-4FB9-FA0F-47CDA73DF572}"/>
              </a:ext>
            </a:extLst>
          </p:cNvPr>
          <p:cNvCxnSpPr>
            <a:cxnSpLocks/>
          </p:cNvCxnSpPr>
          <p:nvPr/>
        </p:nvCxnSpPr>
        <p:spPr>
          <a:xfrm>
            <a:off x="9254353" y="3367023"/>
            <a:ext cx="0" cy="137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78A4DC8-3C80-881E-FB81-42CE7A660FBF}"/>
              </a:ext>
            </a:extLst>
          </p:cNvPr>
          <p:cNvSpPr txBox="1"/>
          <p:nvPr/>
        </p:nvSpPr>
        <p:spPr>
          <a:xfrm>
            <a:off x="9014468" y="3198168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31582E-8364-8CF1-92BA-63B0BC31CB78}"/>
              </a:ext>
            </a:extLst>
          </p:cNvPr>
          <p:cNvSpPr txBox="1"/>
          <p:nvPr/>
        </p:nvSpPr>
        <p:spPr>
          <a:xfrm>
            <a:off x="9378410" y="3198168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dout2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804F544-7548-D877-9F4A-794E86AF3151}"/>
              </a:ext>
            </a:extLst>
          </p:cNvPr>
          <p:cNvCxnSpPr>
            <a:cxnSpLocks/>
          </p:cNvCxnSpPr>
          <p:nvPr/>
        </p:nvCxnSpPr>
        <p:spPr>
          <a:xfrm>
            <a:off x="9431921" y="3928834"/>
            <a:ext cx="0" cy="3251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C388D4E-B582-ECD3-F069-D98CD3BAA839}"/>
              </a:ext>
            </a:extLst>
          </p:cNvPr>
          <p:cNvSpPr txBox="1"/>
          <p:nvPr/>
        </p:nvSpPr>
        <p:spPr>
          <a:xfrm>
            <a:off x="9063374" y="373330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Not equal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CCCD093-1D8B-D339-2269-5293EF85E0E3}"/>
              </a:ext>
            </a:extLst>
          </p:cNvPr>
          <p:cNvSpPr/>
          <p:nvPr/>
        </p:nvSpPr>
        <p:spPr>
          <a:xfrm>
            <a:off x="9027891" y="3504913"/>
            <a:ext cx="736311" cy="41858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3EEA11B-25C2-49C4-CEFB-DC750F39B294}"/>
              </a:ext>
            </a:extLst>
          </p:cNvPr>
          <p:cNvCxnSpPr>
            <a:cxnSpLocks/>
          </p:cNvCxnSpPr>
          <p:nvPr/>
        </p:nvCxnSpPr>
        <p:spPr>
          <a:xfrm>
            <a:off x="9601800" y="3367023"/>
            <a:ext cx="0" cy="137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8CD91CF8-916B-D654-9E0C-D97E1D897DD5}"/>
              </a:ext>
            </a:extLst>
          </p:cNvPr>
          <p:cNvCxnSpPr>
            <a:cxnSpLocks/>
          </p:cNvCxnSpPr>
          <p:nvPr/>
        </p:nvCxnSpPr>
        <p:spPr>
          <a:xfrm flipV="1">
            <a:off x="8719883" y="2434882"/>
            <a:ext cx="0" cy="3518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AE7FC533-C416-6EFB-8F89-18F3C1E9E933}"/>
              </a:ext>
            </a:extLst>
          </p:cNvPr>
          <p:cNvCxnSpPr>
            <a:cxnSpLocks/>
          </p:cNvCxnSpPr>
          <p:nvPr/>
        </p:nvCxnSpPr>
        <p:spPr>
          <a:xfrm>
            <a:off x="3200400" y="3373241"/>
            <a:ext cx="0" cy="2549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E32F4DA9-CDC2-89B2-C566-78155F1B7775}"/>
              </a:ext>
            </a:extLst>
          </p:cNvPr>
          <p:cNvSpPr txBox="1"/>
          <p:nvPr/>
        </p:nvSpPr>
        <p:spPr>
          <a:xfrm>
            <a:off x="3072930" y="3570138"/>
            <a:ext cx="11496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mem_wb_reg_write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6626D432-D275-430A-8CB9-56E2D8652EB5}"/>
              </a:ext>
            </a:extLst>
          </p:cNvPr>
          <p:cNvSpPr txBox="1"/>
          <p:nvPr/>
        </p:nvSpPr>
        <p:spPr>
          <a:xfrm>
            <a:off x="5692679" y="3801368"/>
            <a:ext cx="8611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id_ex_alu_src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435CF826-9638-FDFE-32B4-990DE0DDB3F7}"/>
              </a:ext>
            </a:extLst>
          </p:cNvPr>
          <p:cNvSpPr txBox="1"/>
          <p:nvPr/>
        </p:nvSpPr>
        <p:spPr>
          <a:xfrm>
            <a:off x="6166305" y="3387742"/>
            <a:ext cx="8306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id_ex_alu_op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480E96B6-4082-54ED-8A12-2A2D8ED66F3F}"/>
              </a:ext>
            </a:extLst>
          </p:cNvPr>
          <p:cNvSpPr txBox="1"/>
          <p:nvPr/>
        </p:nvSpPr>
        <p:spPr>
          <a:xfrm>
            <a:off x="7526303" y="2585983"/>
            <a:ext cx="10855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 err="1">
                <a:solidFill>
                  <a:srgbClr val="FF0000"/>
                </a:solidFill>
              </a:rPr>
              <a:t>ex_mem_mem_read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8569D8E0-B04D-6193-3F53-B9F417ADBA0C}"/>
              </a:ext>
            </a:extLst>
          </p:cNvPr>
          <p:cNvSpPr txBox="1"/>
          <p:nvPr/>
        </p:nvSpPr>
        <p:spPr>
          <a:xfrm>
            <a:off x="8395108" y="2744225"/>
            <a:ext cx="11047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 err="1">
                <a:solidFill>
                  <a:srgbClr val="FF0000"/>
                </a:solidFill>
              </a:rPr>
              <a:t>ex_mem_mem_write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FA1E676F-F9C8-0D80-0A20-BE3817118081}"/>
              </a:ext>
            </a:extLst>
          </p:cNvPr>
          <p:cNvSpPr txBox="1"/>
          <p:nvPr/>
        </p:nvSpPr>
        <p:spPr>
          <a:xfrm>
            <a:off x="8646726" y="3935465"/>
            <a:ext cx="8370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 err="1">
                <a:solidFill>
                  <a:srgbClr val="FF0000"/>
                </a:solidFill>
              </a:rPr>
              <a:t>not_equal_flag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2BF5705F-44C0-8CBF-AD47-D3F4CDEDDAB4}"/>
              </a:ext>
            </a:extLst>
          </p:cNvPr>
          <p:cNvSpPr txBox="1"/>
          <p:nvPr/>
        </p:nvSpPr>
        <p:spPr>
          <a:xfrm>
            <a:off x="9179605" y="5029996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2</a:t>
            </a:r>
          </a:p>
        </p:txBody>
      </p: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95AB021B-69D6-F75E-5C3A-19D4613B0610}"/>
              </a:ext>
            </a:extLst>
          </p:cNvPr>
          <p:cNvCxnSpPr>
            <a:cxnSpLocks/>
          </p:cNvCxnSpPr>
          <p:nvPr/>
        </p:nvCxnSpPr>
        <p:spPr>
          <a:xfrm flipH="1">
            <a:off x="9243329" y="5339755"/>
            <a:ext cx="17750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E34357A9-24B8-40F1-2DB5-847DFFFADEE0}"/>
              </a:ext>
            </a:extLst>
          </p:cNvPr>
          <p:cNvCxnSpPr>
            <a:cxnSpLocks/>
          </p:cNvCxnSpPr>
          <p:nvPr/>
        </p:nvCxnSpPr>
        <p:spPr>
          <a:xfrm flipH="1">
            <a:off x="9248862" y="5502787"/>
            <a:ext cx="1971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1E42D59-0487-12D8-2B9E-F9ECA470F5D1}"/>
              </a:ext>
            </a:extLst>
          </p:cNvPr>
          <p:cNvSpPr txBox="1"/>
          <p:nvPr/>
        </p:nvSpPr>
        <p:spPr>
          <a:xfrm>
            <a:off x="8386303" y="5228090"/>
            <a:ext cx="9204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 err="1">
                <a:solidFill>
                  <a:srgbClr val="FF0000"/>
                </a:solidFill>
              </a:rPr>
              <a:t>ex_mem_branch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2B68C8-7AA5-FFD6-492F-FBF9E16922D7}"/>
              </a:ext>
            </a:extLst>
          </p:cNvPr>
          <p:cNvSpPr txBox="1"/>
          <p:nvPr/>
        </p:nvSpPr>
        <p:spPr>
          <a:xfrm>
            <a:off x="8437588" y="5377092"/>
            <a:ext cx="8354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 err="1">
                <a:solidFill>
                  <a:srgbClr val="FF0000"/>
                </a:solidFill>
              </a:rPr>
              <a:t>ex_mem_jump</a:t>
            </a:r>
            <a:endParaRPr lang="en-US" sz="800" dirty="0">
              <a:solidFill>
                <a:srgbClr val="FF0000"/>
              </a:solidFill>
            </a:endParaRPr>
          </a:p>
        </p:txBody>
      </p:sp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id="{F615D6A7-9797-CA91-9080-9AA6D425649A}"/>
              </a:ext>
            </a:extLst>
          </p:cNvPr>
          <p:cNvCxnSpPr>
            <a:cxnSpLocks/>
          </p:cNvCxnSpPr>
          <p:nvPr/>
        </p:nvCxnSpPr>
        <p:spPr>
          <a:xfrm>
            <a:off x="10612073" y="3189791"/>
            <a:ext cx="11744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D725BC4B-E633-D2F7-E248-FB75B8CCBFFF}"/>
              </a:ext>
            </a:extLst>
          </p:cNvPr>
          <p:cNvSpPr txBox="1"/>
          <p:nvPr/>
        </p:nvSpPr>
        <p:spPr>
          <a:xfrm>
            <a:off x="9906000" y="3065693"/>
            <a:ext cx="7777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>
                <a:solidFill>
                  <a:srgbClr val="FF0000"/>
                </a:solidFill>
              </a:rPr>
              <a:t>”00000000”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1CFB3B0E-C956-0167-323F-B1AECAAC77B1}"/>
              </a:ext>
            </a:extLst>
          </p:cNvPr>
          <p:cNvSpPr txBox="1"/>
          <p:nvPr/>
        </p:nvSpPr>
        <p:spPr>
          <a:xfrm>
            <a:off x="10566603" y="3358634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3</a:t>
            </a:r>
          </a:p>
        </p:txBody>
      </p: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0B2C3EF2-AA53-F608-D2EC-D4C3148FDF7E}"/>
              </a:ext>
            </a:extLst>
          </p:cNvPr>
          <p:cNvCxnSpPr>
            <a:cxnSpLocks/>
          </p:cNvCxnSpPr>
          <p:nvPr/>
        </p:nvCxnSpPr>
        <p:spPr>
          <a:xfrm flipH="1">
            <a:off x="10809215" y="3734077"/>
            <a:ext cx="2069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TextBox 269">
            <a:extLst>
              <a:ext uri="{FF2B5EF4-FFF2-40B4-BE49-F238E27FC236}">
                <a16:creationId xmlns:a16="http://schemas.microsoft.com/office/drawing/2014/main" id="{6ACC3390-4CB9-508E-5C3D-388F3562B716}"/>
              </a:ext>
            </a:extLst>
          </p:cNvPr>
          <p:cNvSpPr txBox="1"/>
          <p:nvPr/>
        </p:nvSpPr>
        <p:spPr>
          <a:xfrm>
            <a:off x="10969389" y="3626714"/>
            <a:ext cx="11176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 err="1">
                <a:solidFill>
                  <a:srgbClr val="FF0000"/>
                </a:solidFill>
              </a:rPr>
              <a:t>mem_wb_mem_read</a:t>
            </a:r>
            <a:endParaRPr lang="en-US" sz="800" dirty="0">
              <a:solidFill>
                <a:srgbClr val="FF0000"/>
              </a:solidFill>
            </a:endParaRPr>
          </a:p>
        </p:txBody>
      </p: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810103FE-1702-DD83-C716-3A876D276465}"/>
              </a:ext>
            </a:extLst>
          </p:cNvPr>
          <p:cNvCxnSpPr>
            <a:cxnSpLocks/>
          </p:cNvCxnSpPr>
          <p:nvPr/>
        </p:nvCxnSpPr>
        <p:spPr>
          <a:xfrm flipH="1">
            <a:off x="10835781" y="3953589"/>
            <a:ext cx="2069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CD6056BE-727C-5DD4-EED5-654EE621DAC7}"/>
              </a:ext>
            </a:extLst>
          </p:cNvPr>
          <p:cNvCxnSpPr>
            <a:cxnSpLocks/>
          </p:cNvCxnSpPr>
          <p:nvPr/>
        </p:nvCxnSpPr>
        <p:spPr>
          <a:xfrm flipH="1">
            <a:off x="10832984" y="4153827"/>
            <a:ext cx="2069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4" name="TextBox 273">
            <a:extLst>
              <a:ext uri="{FF2B5EF4-FFF2-40B4-BE49-F238E27FC236}">
                <a16:creationId xmlns:a16="http://schemas.microsoft.com/office/drawing/2014/main" id="{F4B11E00-9133-F01E-4878-7962B13990A2}"/>
              </a:ext>
            </a:extLst>
          </p:cNvPr>
          <p:cNvSpPr txBox="1"/>
          <p:nvPr/>
        </p:nvSpPr>
        <p:spPr>
          <a:xfrm>
            <a:off x="10985418" y="3842158"/>
            <a:ext cx="10855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 err="1">
                <a:solidFill>
                  <a:srgbClr val="FF0000"/>
                </a:solidFill>
              </a:rPr>
              <a:t>mem_wb_load_addr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99FF803E-1412-517B-383F-D80D73EBBC57}"/>
              </a:ext>
            </a:extLst>
          </p:cNvPr>
          <p:cNvSpPr txBox="1"/>
          <p:nvPr/>
        </p:nvSpPr>
        <p:spPr>
          <a:xfrm>
            <a:off x="11006257" y="4038496"/>
            <a:ext cx="10438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 err="1">
                <a:solidFill>
                  <a:srgbClr val="FF0000"/>
                </a:solidFill>
              </a:rPr>
              <a:t>mem_wb_reg_write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4A49E503-28CB-5107-0166-F3EA210E6430}"/>
              </a:ext>
            </a:extLst>
          </p:cNvPr>
          <p:cNvSpPr txBox="1"/>
          <p:nvPr/>
        </p:nvSpPr>
        <p:spPr>
          <a:xfrm>
            <a:off x="11074696" y="2232570"/>
            <a:ext cx="5629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 err="1">
                <a:solidFill>
                  <a:schemeClr val="accent1"/>
                </a:solidFill>
              </a:rPr>
              <a:t>wb_data</a:t>
            </a:r>
            <a:endParaRPr lang="en-US" sz="800" dirty="0">
              <a:solidFill>
                <a:schemeClr val="accent1"/>
              </a:solidFill>
            </a:endParaRPr>
          </a:p>
        </p:txBody>
      </p: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1FC1ECF6-5D29-31CC-107B-15DB9CBAC411}"/>
              </a:ext>
            </a:extLst>
          </p:cNvPr>
          <p:cNvCxnSpPr>
            <a:cxnSpLocks/>
          </p:cNvCxnSpPr>
          <p:nvPr/>
        </p:nvCxnSpPr>
        <p:spPr>
          <a:xfrm>
            <a:off x="1620711" y="4518460"/>
            <a:ext cx="229139" cy="77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66396113-87F2-7CCA-C042-BF4DD79A9946}"/>
              </a:ext>
            </a:extLst>
          </p:cNvPr>
          <p:cNvCxnSpPr>
            <a:cxnSpLocks/>
          </p:cNvCxnSpPr>
          <p:nvPr/>
        </p:nvCxnSpPr>
        <p:spPr>
          <a:xfrm>
            <a:off x="1858421" y="3874903"/>
            <a:ext cx="0" cy="10184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0AB4C3F5-E0BE-DFA0-6FBF-0CCB15485604}"/>
              </a:ext>
            </a:extLst>
          </p:cNvPr>
          <p:cNvCxnSpPr>
            <a:cxnSpLocks/>
          </p:cNvCxnSpPr>
          <p:nvPr/>
        </p:nvCxnSpPr>
        <p:spPr>
          <a:xfrm>
            <a:off x="1855431" y="3881267"/>
            <a:ext cx="12935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0D24D4E8-3B6B-A910-6FE4-6371D2CA246E}"/>
              </a:ext>
            </a:extLst>
          </p:cNvPr>
          <p:cNvCxnSpPr>
            <a:cxnSpLocks/>
          </p:cNvCxnSpPr>
          <p:nvPr/>
        </p:nvCxnSpPr>
        <p:spPr>
          <a:xfrm>
            <a:off x="1867611" y="4047113"/>
            <a:ext cx="12935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E3B260C7-3B1D-AB9D-4D66-712BC911DC84}"/>
              </a:ext>
            </a:extLst>
          </p:cNvPr>
          <p:cNvCxnSpPr>
            <a:cxnSpLocks/>
          </p:cNvCxnSpPr>
          <p:nvPr/>
        </p:nvCxnSpPr>
        <p:spPr>
          <a:xfrm>
            <a:off x="1867611" y="4215214"/>
            <a:ext cx="12935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503C55A8-5830-13DE-CB7C-4BA8EEE7AEDA}"/>
              </a:ext>
            </a:extLst>
          </p:cNvPr>
          <p:cNvCxnSpPr>
            <a:cxnSpLocks/>
          </p:cNvCxnSpPr>
          <p:nvPr/>
        </p:nvCxnSpPr>
        <p:spPr>
          <a:xfrm>
            <a:off x="1867611" y="4519030"/>
            <a:ext cx="12935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3735E7EE-8983-C051-AFC7-B0B118C448AB}"/>
              </a:ext>
            </a:extLst>
          </p:cNvPr>
          <p:cNvCxnSpPr>
            <a:cxnSpLocks/>
          </p:cNvCxnSpPr>
          <p:nvPr/>
        </p:nvCxnSpPr>
        <p:spPr>
          <a:xfrm>
            <a:off x="1855431" y="4717839"/>
            <a:ext cx="12935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227246F4-84F3-6D73-F407-402327EE2005}"/>
              </a:ext>
            </a:extLst>
          </p:cNvPr>
          <p:cNvCxnSpPr>
            <a:cxnSpLocks/>
          </p:cNvCxnSpPr>
          <p:nvPr/>
        </p:nvCxnSpPr>
        <p:spPr>
          <a:xfrm>
            <a:off x="1867611" y="4379509"/>
            <a:ext cx="12935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0F4BABAB-0892-D3B0-D55E-BD3784FEB915}"/>
              </a:ext>
            </a:extLst>
          </p:cNvPr>
          <p:cNvCxnSpPr>
            <a:cxnSpLocks/>
          </p:cNvCxnSpPr>
          <p:nvPr/>
        </p:nvCxnSpPr>
        <p:spPr>
          <a:xfrm>
            <a:off x="1855431" y="4882165"/>
            <a:ext cx="12935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" name="TextBox 300">
            <a:extLst>
              <a:ext uri="{FF2B5EF4-FFF2-40B4-BE49-F238E27FC236}">
                <a16:creationId xmlns:a16="http://schemas.microsoft.com/office/drawing/2014/main" id="{ED20CDE3-9177-87FB-4C30-2B01236545E4}"/>
              </a:ext>
            </a:extLst>
          </p:cNvPr>
          <p:cNvSpPr txBox="1"/>
          <p:nvPr/>
        </p:nvSpPr>
        <p:spPr>
          <a:xfrm>
            <a:off x="1910825" y="3752331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reg_write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A8903A66-4149-B3E0-71CB-4F434A4B81E9}"/>
              </a:ext>
            </a:extLst>
          </p:cNvPr>
          <p:cNvSpPr txBox="1"/>
          <p:nvPr/>
        </p:nvSpPr>
        <p:spPr>
          <a:xfrm>
            <a:off x="1924686" y="4088320"/>
            <a:ext cx="7409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mem_write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01A852A7-AC0F-A78F-97F1-417889CC75AC}"/>
              </a:ext>
            </a:extLst>
          </p:cNvPr>
          <p:cNvSpPr txBox="1"/>
          <p:nvPr/>
        </p:nvSpPr>
        <p:spPr>
          <a:xfrm>
            <a:off x="1921288" y="4754834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reg_write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67F2ABA9-238C-E617-4BC2-A4E7DB044BB8}"/>
              </a:ext>
            </a:extLst>
          </p:cNvPr>
          <p:cNvSpPr txBox="1"/>
          <p:nvPr/>
        </p:nvSpPr>
        <p:spPr>
          <a:xfrm>
            <a:off x="1913967" y="3909482"/>
            <a:ext cx="7184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mem_read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FF4F38E4-EB02-9859-8422-DB9BE202E0AC}"/>
              </a:ext>
            </a:extLst>
          </p:cNvPr>
          <p:cNvSpPr txBox="1"/>
          <p:nvPr/>
        </p:nvSpPr>
        <p:spPr>
          <a:xfrm>
            <a:off x="1939153" y="4247038"/>
            <a:ext cx="5485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alu_src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58F749AC-80DF-6C5D-7C0E-D9F6BBEB4ED7}"/>
              </a:ext>
            </a:extLst>
          </p:cNvPr>
          <p:cNvSpPr txBox="1"/>
          <p:nvPr/>
        </p:nvSpPr>
        <p:spPr>
          <a:xfrm>
            <a:off x="1940766" y="4388942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branch</a:t>
            </a: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1897D665-26CE-5E93-6740-FCF11BEC3D47}"/>
              </a:ext>
            </a:extLst>
          </p:cNvPr>
          <p:cNvSpPr txBox="1"/>
          <p:nvPr/>
        </p:nvSpPr>
        <p:spPr>
          <a:xfrm>
            <a:off x="1932547" y="4593073"/>
            <a:ext cx="6848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load_addr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92B1CFC4-7F5B-1E5A-803E-C1E740D00A3B}"/>
              </a:ext>
            </a:extLst>
          </p:cNvPr>
          <p:cNvSpPr txBox="1"/>
          <p:nvPr/>
        </p:nvSpPr>
        <p:spPr>
          <a:xfrm>
            <a:off x="2259741" y="5250388"/>
            <a:ext cx="78098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if_id_alu_op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B8BD1C0-B4F2-0ACC-516B-041090A97A30}"/>
              </a:ext>
            </a:extLst>
          </p:cNvPr>
          <p:cNvSpPr txBox="1"/>
          <p:nvPr/>
        </p:nvSpPr>
        <p:spPr>
          <a:xfrm>
            <a:off x="1230394" y="3832704"/>
            <a:ext cx="6351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“</a:t>
            </a:r>
            <a:r>
              <a:rPr lang="en-US" sz="900" dirty="0" err="1">
                <a:solidFill>
                  <a:srgbClr val="FF0000"/>
                </a:solidFill>
              </a:rPr>
              <a:t>if_id</a:t>
            </a:r>
            <a:r>
              <a:rPr lang="en-US" sz="900" dirty="0">
                <a:solidFill>
                  <a:srgbClr val="FF0000"/>
                </a:solidFill>
              </a:rPr>
              <a:t>_” +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A0C81165-C217-A4B4-7E5D-89CC2B072118}"/>
              </a:ext>
            </a:extLst>
          </p:cNvPr>
          <p:cNvCxnSpPr>
            <a:cxnSpLocks/>
          </p:cNvCxnSpPr>
          <p:nvPr/>
        </p:nvCxnSpPr>
        <p:spPr>
          <a:xfrm>
            <a:off x="2498032" y="5606299"/>
            <a:ext cx="0" cy="147099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78E020F7-AAF7-2283-3A99-7DFF6F0B3E63}"/>
              </a:ext>
            </a:extLst>
          </p:cNvPr>
          <p:cNvCxnSpPr>
            <a:cxnSpLocks/>
          </p:cNvCxnSpPr>
          <p:nvPr/>
        </p:nvCxnSpPr>
        <p:spPr>
          <a:xfrm>
            <a:off x="2495383" y="5753398"/>
            <a:ext cx="2793054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A1DC1486-E2FC-B58B-55C4-091DB2C24889}"/>
              </a:ext>
            </a:extLst>
          </p:cNvPr>
          <p:cNvCxnSpPr>
            <a:cxnSpLocks/>
          </p:cNvCxnSpPr>
          <p:nvPr/>
        </p:nvCxnSpPr>
        <p:spPr>
          <a:xfrm flipV="1">
            <a:off x="5294181" y="5587738"/>
            <a:ext cx="0" cy="16566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605A1D94-7A6A-113C-8133-0BCA8A594667}"/>
              </a:ext>
            </a:extLst>
          </p:cNvPr>
          <p:cNvCxnSpPr>
            <a:cxnSpLocks/>
          </p:cNvCxnSpPr>
          <p:nvPr/>
        </p:nvCxnSpPr>
        <p:spPr>
          <a:xfrm>
            <a:off x="7441605" y="5606299"/>
            <a:ext cx="0" cy="147099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265E83F7-F439-A522-B003-361BCD9F877C}"/>
              </a:ext>
            </a:extLst>
          </p:cNvPr>
          <p:cNvCxnSpPr>
            <a:cxnSpLocks/>
          </p:cNvCxnSpPr>
          <p:nvPr/>
        </p:nvCxnSpPr>
        <p:spPr>
          <a:xfrm>
            <a:off x="7436599" y="5753398"/>
            <a:ext cx="2452119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Arrow Connector 329">
            <a:extLst>
              <a:ext uri="{FF2B5EF4-FFF2-40B4-BE49-F238E27FC236}">
                <a16:creationId xmlns:a16="http://schemas.microsoft.com/office/drawing/2014/main" id="{F70F8830-D310-A459-2BFE-0AED5707A1E0}"/>
              </a:ext>
            </a:extLst>
          </p:cNvPr>
          <p:cNvCxnSpPr>
            <a:cxnSpLocks/>
          </p:cNvCxnSpPr>
          <p:nvPr/>
        </p:nvCxnSpPr>
        <p:spPr>
          <a:xfrm flipV="1">
            <a:off x="9884249" y="5587738"/>
            <a:ext cx="0" cy="16566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1EF398E9-A30A-C9EE-1782-2F363E7060A0}"/>
              </a:ext>
            </a:extLst>
          </p:cNvPr>
          <p:cNvCxnSpPr>
            <a:cxnSpLocks/>
          </p:cNvCxnSpPr>
          <p:nvPr/>
        </p:nvCxnSpPr>
        <p:spPr>
          <a:xfrm>
            <a:off x="5409343" y="5606299"/>
            <a:ext cx="0" cy="147099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1A521DFF-8EDE-FE11-DF8D-01D4AD0BADFB}"/>
              </a:ext>
            </a:extLst>
          </p:cNvPr>
          <p:cNvCxnSpPr>
            <a:cxnSpLocks/>
          </p:cNvCxnSpPr>
          <p:nvPr/>
        </p:nvCxnSpPr>
        <p:spPr>
          <a:xfrm>
            <a:off x="5406694" y="5753398"/>
            <a:ext cx="194857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Arrow Connector 333">
            <a:extLst>
              <a:ext uri="{FF2B5EF4-FFF2-40B4-BE49-F238E27FC236}">
                <a16:creationId xmlns:a16="http://schemas.microsoft.com/office/drawing/2014/main" id="{74BD6E94-2C93-C767-779D-8619020B9218}"/>
              </a:ext>
            </a:extLst>
          </p:cNvPr>
          <p:cNvCxnSpPr>
            <a:cxnSpLocks/>
          </p:cNvCxnSpPr>
          <p:nvPr/>
        </p:nvCxnSpPr>
        <p:spPr>
          <a:xfrm flipV="1">
            <a:off x="7352366" y="5587738"/>
            <a:ext cx="0" cy="16566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TextBox 336">
            <a:extLst>
              <a:ext uri="{FF2B5EF4-FFF2-40B4-BE49-F238E27FC236}">
                <a16:creationId xmlns:a16="http://schemas.microsoft.com/office/drawing/2014/main" id="{27443432-8C0A-36B8-D59E-764BB94F2784}"/>
              </a:ext>
            </a:extLst>
          </p:cNvPr>
          <p:cNvSpPr txBox="1"/>
          <p:nvPr/>
        </p:nvSpPr>
        <p:spPr>
          <a:xfrm>
            <a:off x="3609208" y="5753398"/>
            <a:ext cx="8130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chemeClr val="accent5"/>
                </a:solidFill>
              </a:rPr>
              <a:t>if_id</a:t>
            </a:r>
            <a:r>
              <a:rPr lang="en-US" sz="900" dirty="0">
                <a:solidFill>
                  <a:schemeClr val="accent5"/>
                </a:solidFill>
              </a:rPr>
              <a:t> </a:t>
            </a:r>
            <a:r>
              <a:rPr lang="en-US" sz="900" dirty="0">
                <a:solidFill>
                  <a:schemeClr val="accent5"/>
                </a:solidFill>
                <a:sym typeface="Wingdings" panose="05000000000000000000" pitchFamily="2" charset="2"/>
              </a:rPr>
              <a:t> </a:t>
            </a:r>
            <a:r>
              <a:rPr lang="en-US" sz="900" dirty="0" err="1">
                <a:solidFill>
                  <a:schemeClr val="accent5"/>
                </a:solidFill>
                <a:sym typeface="Wingdings" panose="05000000000000000000" pitchFamily="2" charset="2"/>
              </a:rPr>
              <a:t>id_ex</a:t>
            </a:r>
            <a:endParaRPr lang="en-US" sz="900" dirty="0">
              <a:solidFill>
                <a:schemeClr val="accent5"/>
              </a:solidFill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F09CFD47-2B0A-FDC6-62C2-C5962DEFAB00}"/>
              </a:ext>
            </a:extLst>
          </p:cNvPr>
          <p:cNvSpPr txBox="1"/>
          <p:nvPr/>
        </p:nvSpPr>
        <p:spPr>
          <a:xfrm>
            <a:off x="5872622" y="5753398"/>
            <a:ext cx="10278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chemeClr val="accent5"/>
                </a:solidFill>
              </a:rPr>
              <a:t>id_ex</a:t>
            </a:r>
            <a:r>
              <a:rPr lang="en-US" sz="900" dirty="0">
                <a:solidFill>
                  <a:schemeClr val="accent5"/>
                </a:solidFill>
              </a:rPr>
              <a:t> </a:t>
            </a:r>
            <a:r>
              <a:rPr lang="en-US" sz="900" dirty="0">
                <a:solidFill>
                  <a:schemeClr val="accent5"/>
                </a:solidFill>
                <a:sym typeface="Wingdings" panose="05000000000000000000" pitchFamily="2" charset="2"/>
              </a:rPr>
              <a:t> </a:t>
            </a:r>
            <a:r>
              <a:rPr lang="en-US" sz="900" dirty="0" err="1">
                <a:solidFill>
                  <a:schemeClr val="accent5"/>
                </a:solidFill>
                <a:sym typeface="Wingdings" panose="05000000000000000000" pitchFamily="2" charset="2"/>
              </a:rPr>
              <a:t>ex_mem</a:t>
            </a:r>
            <a:endParaRPr lang="en-US" sz="900" dirty="0">
              <a:solidFill>
                <a:schemeClr val="accent5"/>
              </a:solidFill>
            </a:endParaRP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FB675C72-9BF6-3A9E-44A3-6CF93FDB278E}"/>
              </a:ext>
            </a:extLst>
          </p:cNvPr>
          <p:cNvSpPr txBox="1"/>
          <p:nvPr/>
        </p:nvSpPr>
        <p:spPr>
          <a:xfrm>
            <a:off x="8075828" y="5763476"/>
            <a:ext cx="12250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chemeClr val="accent5"/>
                </a:solidFill>
              </a:rPr>
              <a:t>ex_mem</a:t>
            </a:r>
            <a:r>
              <a:rPr lang="en-US" sz="900" dirty="0">
                <a:solidFill>
                  <a:schemeClr val="accent5"/>
                </a:solidFill>
              </a:rPr>
              <a:t> </a:t>
            </a:r>
            <a:r>
              <a:rPr lang="en-US" sz="900" dirty="0">
                <a:solidFill>
                  <a:schemeClr val="accent5"/>
                </a:solidFill>
                <a:sym typeface="Wingdings" panose="05000000000000000000" pitchFamily="2" charset="2"/>
              </a:rPr>
              <a:t> </a:t>
            </a:r>
            <a:r>
              <a:rPr lang="en-US" sz="900" dirty="0" err="1">
                <a:solidFill>
                  <a:schemeClr val="accent5"/>
                </a:solidFill>
                <a:sym typeface="Wingdings" panose="05000000000000000000" pitchFamily="2" charset="2"/>
              </a:rPr>
              <a:t>mem_wb</a:t>
            </a:r>
            <a:endParaRPr lang="en-US" sz="900" dirty="0">
              <a:solidFill>
                <a:schemeClr val="accent5"/>
              </a:solidFill>
            </a:endParaRP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58C99F7B-4DF3-AD26-3010-F956D33065D7}"/>
              </a:ext>
            </a:extLst>
          </p:cNvPr>
          <p:cNvSpPr/>
          <p:nvPr/>
        </p:nvSpPr>
        <p:spPr>
          <a:xfrm>
            <a:off x="10332451" y="4457089"/>
            <a:ext cx="1383796" cy="21421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CC6F795C-FDD1-BFE4-39D5-2BD8CFFC35D0}"/>
              </a:ext>
            </a:extLst>
          </p:cNvPr>
          <p:cNvSpPr txBox="1"/>
          <p:nvPr/>
        </p:nvSpPr>
        <p:spPr>
          <a:xfrm>
            <a:off x="10522760" y="4430966"/>
            <a:ext cx="10743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u="sng" dirty="0">
                <a:solidFill>
                  <a:schemeClr val="accent5"/>
                </a:solidFill>
              </a:rPr>
              <a:t>Pipeline Registers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707ADAB3-A1FA-A2CA-72C7-E6AF94B2EAF4}"/>
              </a:ext>
            </a:extLst>
          </p:cNvPr>
          <p:cNvSpPr txBox="1"/>
          <p:nvPr/>
        </p:nvSpPr>
        <p:spPr>
          <a:xfrm>
            <a:off x="10293748" y="4574618"/>
            <a:ext cx="149405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chemeClr val="accent5"/>
                </a:solidFill>
              </a:rPr>
              <a:t>reg_write</a:t>
            </a:r>
            <a:endParaRPr lang="en-US" sz="80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chemeClr val="accent5"/>
                </a:solidFill>
              </a:rPr>
              <a:t>alu_src</a:t>
            </a:r>
            <a:endParaRPr lang="en-US" sz="80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chemeClr val="accent5"/>
                </a:solidFill>
              </a:rPr>
              <a:t>mem_read</a:t>
            </a:r>
            <a:endParaRPr lang="en-US" sz="80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chemeClr val="accent5"/>
                </a:solidFill>
              </a:rPr>
              <a:t>mem_write</a:t>
            </a:r>
            <a:endParaRPr lang="en-US" sz="80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accent5"/>
                </a:solidFill>
              </a:rPr>
              <a:t>branch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accent5"/>
                </a:solidFill>
              </a:rPr>
              <a:t>jump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chemeClr val="accent5"/>
                </a:solidFill>
              </a:rPr>
              <a:t>load_addr</a:t>
            </a:r>
            <a:endParaRPr lang="en-US" sz="80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chemeClr val="accent5"/>
                </a:solidFill>
              </a:rPr>
              <a:t>npc</a:t>
            </a:r>
            <a:endParaRPr lang="en-US" sz="80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chemeClr val="accent5"/>
                </a:solidFill>
              </a:rPr>
              <a:t>alu_op</a:t>
            </a:r>
            <a:endParaRPr lang="en-US" sz="80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chemeClr val="accent5"/>
                </a:solidFill>
              </a:rPr>
              <a:t>imm</a:t>
            </a:r>
            <a:endParaRPr lang="en-US" sz="80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chemeClr val="accent5"/>
                </a:solidFill>
              </a:rPr>
              <a:t>instr</a:t>
            </a:r>
            <a:endParaRPr lang="en-US" sz="80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accent5"/>
                </a:solidFill>
              </a:rPr>
              <a:t>reg1_data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accent5"/>
                </a:solidFill>
              </a:rPr>
              <a:t>reg2_data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accent5"/>
                </a:solidFill>
              </a:rPr>
              <a:t>rs1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accent5"/>
                </a:solidFill>
              </a:rPr>
              <a:t>rs2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chemeClr val="accent5"/>
                </a:solidFill>
              </a:rPr>
              <a:t>rd</a:t>
            </a:r>
            <a:endParaRPr lang="en-US" sz="8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170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281</Words>
  <Application>Microsoft Office PowerPoint</Application>
  <PresentationFormat>Widescreen</PresentationFormat>
  <Paragraphs>108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York, George W CIV USAF USAFA DF/DFEC</dc:creator>
  <cp:lastModifiedBy>Sick, Alexander B C1C USAF USAFA CW/CS06</cp:lastModifiedBy>
  <cp:revision>10</cp:revision>
  <cp:lastPrinted>2025-06-30T21:01:03Z</cp:lastPrinted>
  <dcterms:created xsi:type="dcterms:W3CDTF">2025-06-30T15:01:42Z</dcterms:created>
  <dcterms:modified xsi:type="dcterms:W3CDTF">2026-04-06T05:20:31Z</dcterms:modified>
</cp:coreProperties>
</file>